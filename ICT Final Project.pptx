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3.png"/><Relationship Id="rId6" Type="http://schemas.openxmlformats.org/officeDocument/2006/relationships/image" Target="../media/image9.svg"/><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7.png"/></Relationships>
</file>

<file path=ppt/diagrams/_rels/data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18.svg"/><Relationship Id="rId1" Type="http://schemas.openxmlformats.org/officeDocument/2006/relationships/image" Target="../media/image11.png"/><Relationship Id="rId6" Type="http://schemas.openxmlformats.org/officeDocument/2006/relationships/image" Target="../media/image22.svg"/><Relationship Id="rId5" Type="http://schemas.openxmlformats.org/officeDocument/2006/relationships/image" Target="../media/image13.pn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27.svg"/><Relationship Id="rId1" Type="http://schemas.openxmlformats.org/officeDocument/2006/relationships/image" Target="../media/image16.png"/><Relationship Id="rId6" Type="http://schemas.openxmlformats.org/officeDocument/2006/relationships/image" Target="../media/image31.svg"/><Relationship Id="rId5" Type="http://schemas.openxmlformats.org/officeDocument/2006/relationships/image" Target="../media/image18.png"/><Relationship Id="rId4"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3.png"/><Relationship Id="rId6" Type="http://schemas.openxmlformats.org/officeDocument/2006/relationships/image" Target="../media/image9.svg"/><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7.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18.svg"/><Relationship Id="rId1" Type="http://schemas.openxmlformats.org/officeDocument/2006/relationships/image" Target="../media/image11.png"/><Relationship Id="rId6" Type="http://schemas.openxmlformats.org/officeDocument/2006/relationships/image" Target="../media/image22.svg"/><Relationship Id="rId5" Type="http://schemas.openxmlformats.org/officeDocument/2006/relationships/image" Target="../media/image13.pn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27.svg"/><Relationship Id="rId1" Type="http://schemas.openxmlformats.org/officeDocument/2006/relationships/image" Target="../media/image16.png"/><Relationship Id="rId6" Type="http://schemas.openxmlformats.org/officeDocument/2006/relationships/image" Target="../media/image31.svg"/><Relationship Id="rId5" Type="http://schemas.openxmlformats.org/officeDocument/2006/relationships/image" Target="../media/image18.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0C9FD2-D62D-4269-AB97-5781437DFB7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A5AC2A6-0B1A-4D8D-B5B8-AA68CB8334C9}">
      <dgm:prSet/>
      <dgm:spPr/>
      <dgm:t>
        <a:bodyPr/>
        <a:lstStyle/>
        <a:p>
          <a:r>
            <a:rPr lang="en-US"/>
            <a:t>To develop a user-friendly web interface for ordering bakery items</a:t>
          </a:r>
        </a:p>
      </dgm:t>
    </dgm:pt>
    <dgm:pt modelId="{C0650611-356B-4D1D-B5AE-26EF09C1D355}" type="parTrans" cxnId="{4549C44D-4DDD-4734-A608-D098B0D07ECA}">
      <dgm:prSet/>
      <dgm:spPr/>
      <dgm:t>
        <a:bodyPr/>
        <a:lstStyle/>
        <a:p>
          <a:endParaRPr lang="en-US"/>
        </a:p>
      </dgm:t>
    </dgm:pt>
    <dgm:pt modelId="{FDC8F33B-CB00-45C4-A653-0C6E280A88A2}" type="sibTrans" cxnId="{4549C44D-4DDD-4734-A608-D098B0D07ECA}">
      <dgm:prSet/>
      <dgm:spPr/>
      <dgm:t>
        <a:bodyPr/>
        <a:lstStyle/>
        <a:p>
          <a:endParaRPr lang="en-US"/>
        </a:p>
      </dgm:t>
    </dgm:pt>
    <dgm:pt modelId="{EDFF59B4-8022-44E6-A041-309CF141857C}">
      <dgm:prSet/>
      <dgm:spPr/>
      <dgm:t>
        <a:bodyPr/>
        <a:lstStyle/>
        <a:p>
          <a:r>
            <a:rPr lang="en-US"/>
            <a:t>To implement e-commerce functionality</a:t>
          </a:r>
        </a:p>
      </dgm:t>
    </dgm:pt>
    <dgm:pt modelId="{C0336263-73D8-45D8-ADEF-F080E4D8576C}" type="parTrans" cxnId="{82B5ADBB-09DD-4D92-953D-0C2846AFF579}">
      <dgm:prSet/>
      <dgm:spPr/>
      <dgm:t>
        <a:bodyPr/>
        <a:lstStyle/>
        <a:p>
          <a:endParaRPr lang="en-US"/>
        </a:p>
      </dgm:t>
    </dgm:pt>
    <dgm:pt modelId="{5E6101D3-F2C7-45F7-816B-87E499BA7CD0}" type="sibTrans" cxnId="{82B5ADBB-09DD-4D92-953D-0C2846AFF579}">
      <dgm:prSet/>
      <dgm:spPr/>
      <dgm:t>
        <a:bodyPr/>
        <a:lstStyle/>
        <a:p>
          <a:endParaRPr lang="en-US"/>
        </a:p>
      </dgm:t>
    </dgm:pt>
    <dgm:pt modelId="{5B583865-869D-438B-9AC0-15A1D034D12E}">
      <dgm:prSet/>
      <dgm:spPr/>
      <dgm:t>
        <a:bodyPr/>
        <a:lstStyle/>
        <a:p>
          <a:r>
            <a:rPr lang="en-US"/>
            <a:t>To make the website easy to navigate through and use </a:t>
          </a:r>
        </a:p>
      </dgm:t>
    </dgm:pt>
    <dgm:pt modelId="{D33BEA88-4F8C-4527-8E2F-E38DDBD78950}" type="parTrans" cxnId="{7126D01D-9EA7-47F7-8D83-D0E1EB8BD0BD}">
      <dgm:prSet/>
      <dgm:spPr/>
      <dgm:t>
        <a:bodyPr/>
        <a:lstStyle/>
        <a:p>
          <a:endParaRPr lang="en-US"/>
        </a:p>
      </dgm:t>
    </dgm:pt>
    <dgm:pt modelId="{AB8799BA-6EF3-4BB1-BFC3-09A10128B366}" type="sibTrans" cxnId="{7126D01D-9EA7-47F7-8D83-D0E1EB8BD0BD}">
      <dgm:prSet/>
      <dgm:spPr/>
      <dgm:t>
        <a:bodyPr/>
        <a:lstStyle/>
        <a:p>
          <a:endParaRPr lang="en-US"/>
        </a:p>
      </dgm:t>
    </dgm:pt>
    <dgm:pt modelId="{63E361EA-FA80-42DB-95EC-9A57063D7DE1}">
      <dgm:prSet/>
      <dgm:spPr/>
      <dgm:t>
        <a:bodyPr/>
        <a:lstStyle/>
        <a:p>
          <a:r>
            <a:rPr lang="en-US"/>
            <a:t>To have an interactive system for ordering and viewing menu</a:t>
          </a:r>
        </a:p>
      </dgm:t>
    </dgm:pt>
    <dgm:pt modelId="{662120FC-CDA7-4BEE-A244-C25676A1E21C}" type="parTrans" cxnId="{237F2F71-8628-4D27-A635-BB2A27433B8B}">
      <dgm:prSet/>
      <dgm:spPr/>
      <dgm:t>
        <a:bodyPr/>
        <a:lstStyle/>
        <a:p>
          <a:endParaRPr lang="en-US"/>
        </a:p>
      </dgm:t>
    </dgm:pt>
    <dgm:pt modelId="{E5B6193A-3783-492B-89CE-7A395C223D3F}" type="sibTrans" cxnId="{237F2F71-8628-4D27-A635-BB2A27433B8B}">
      <dgm:prSet/>
      <dgm:spPr/>
      <dgm:t>
        <a:bodyPr/>
        <a:lstStyle/>
        <a:p>
          <a:endParaRPr lang="en-US"/>
        </a:p>
      </dgm:t>
    </dgm:pt>
    <dgm:pt modelId="{B59981C5-139B-42DD-B3CE-0C16EB958D32}">
      <dgm:prSet/>
      <dgm:spPr/>
      <dgm:t>
        <a:bodyPr/>
        <a:lstStyle/>
        <a:p>
          <a:r>
            <a:rPr lang="en-US"/>
            <a:t>To ensure design is visually appealing to customers</a:t>
          </a:r>
        </a:p>
      </dgm:t>
    </dgm:pt>
    <dgm:pt modelId="{BF6B1FF5-B52C-47F3-A7DE-386D9FC2ECA7}" type="parTrans" cxnId="{E1BCC19D-3CC4-41D6-B2EA-21BA3E55C4E9}">
      <dgm:prSet/>
      <dgm:spPr/>
      <dgm:t>
        <a:bodyPr/>
        <a:lstStyle/>
        <a:p>
          <a:endParaRPr lang="en-US"/>
        </a:p>
      </dgm:t>
    </dgm:pt>
    <dgm:pt modelId="{A3289ED3-D127-4EDD-B6FA-6000EE04FF63}" type="sibTrans" cxnId="{E1BCC19D-3CC4-41D6-B2EA-21BA3E55C4E9}">
      <dgm:prSet/>
      <dgm:spPr/>
      <dgm:t>
        <a:bodyPr/>
        <a:lstStyle/>
        <a:p>
          <a:endParaRPr lang="en-US"/>
        </a:p>
      </dgm:t>
    </dgm:pt>
    <dgm:pt modelId="{3529A2D5-8301-4F62-A45C-A3710CFADBDD}" type="pres">
      <dgm:prSet presAssocID="{730C9FD2-D62D-4269-AB97-5781437DFB74}" presName="root" presStyleCnt="0">
        <dgm:presLayoutVars>
          <dgm:dir/>
          <dgm:resizeHandles val="exact"/>
        </dgm:presLayoutVars>
      </dgm:prSet>
      <dgm:spPr/>
      <dgm:t>
        <a:bodyPr/>
        <a:lstStyle/>
        <a:p>
          <a:endParaRPr lang="en-US"/>
        </a:p>
      </dgm:t>
    </dgm:pt>
    <dgm:pt modelId="{D7CF84A7-703F-4F09-B4E7-5520E67591E3}" type="pres">
      <dgm:prSet presAssocID="{BA5AC2A6-0B1A-4D8D-B5B8-AA68CB8334C9}" presName="compNode" presStyleCnt="0"/>
      <dgm:spPr/>
    </dgm:pt>
    <dgm:pt modelId="{F432648C-6E0E-4CE4-BC0F-B83B680871D2}" type="pres">
      <dgm:prSet presAssocID="{BA5AC2A6-0B1A-4D8D-B5B8-AA68CB8334C9}" presName="bgRect" presStyleLbl="bgShp" presStyleIdx="0" presStyleCnt="5"/>
      <dgm:spPr/>
    </dgm:pt>
    <dgm:pt modelId="{CD86A233-683A-4B6C-838B-1C79BA4B6FBE}" type="pres">
      <dgm:prSet presAssocID="{BA5AC2A6-0B1A-4D8D-B5B8-AA68CB8334C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Cupcake"/>
        </a:ext>
      </dgm:extLst>
    </dgm:pt>
    <dgm:pt modelId="{0F5C819B-5870-427C-9D66-1097BB710CC6}" type="pres">
      <dgm:prSet presAssocID="{BA5AC2A6-0B1A-4D8D-B5B8-AA68CB8334C9}" presName="spaceRect" presStyleCnt="0"/>
      <dgm:spPr/>
    </dgm:pt>
    <dgm:pt modelId="{8CBDA024-E0A3-464E-BA10-5D924585F170}" type="pres">
      <dgm:prSet presAssocID="{BA5AC2A6-0B1A-4D8D-B5B8-AA68CB8334C9}" presName="parTx" presStyleLbl="revTx" presStyleIdx="0" presStyleCnt="5">
        <dgm:presLayoutVars>
          <dgm:chMax val="0"/>
          <dgm:chPref val="0"/>
        </dgm:presLayoutVars>
      </dgm:prSet>
      <dgm:spPr/>
      <dgm:t>
        <a:bodyPr/>
        <a:lstStyle/>
        <a:p>
          <a:endParaRPr lang="en-US"/>
        </a:p>
      </dgm:t>
    </dgm:pt>
    <dgm:pt modelId="{92D8AB6A-F093-4DB0-AD7A-173A204C1F13}" type="pres">
      <dgm:prSet presAssocID="{FDC8F33B-CB00-45C4-A653-0C6E280A88A2}" presName="sibTrans" presStyleCnt="0"/>
      <dgm:spPr/>
    </dgm:pt>
    <dgm:pt modelId="{0CE5D7EE-4D68-40BF-AC97-6C386DA55BF0}" type="pres">
      <dgm:prSet presAssocID="{EDFF59B4-8022-44E6-A041-309CF141857C}" presName="compNode" presStyleCnt="0"/>
      <dgm:spPr/>
    </dgm:pt>
    <dgm:pt modelId="{433F5DD2-3E92-4B8C-9B72-735C872106AA}" type="pres">
      <dgm:prSet presAssocID="{EDFF59B4-8022-44E6-A041-309CF141857C}" presName="bgRect" presStyleLbl="bgShp" presStyleIdx="1" presStyleCnt="5"/>
      <dgm:spPr/>
    </dgm:pt>
    <dgm:pt modelId="{E708F734-D01E-460A-8F74-0B5EBE256716}" type="pres">
      <dgm:prSet presAssocID="{EDFF59B4-8022-44E6-A041-309CF141857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Dollar"/>
        </a:ext>
      </dgm:extLst>
    </dgm:pt>
    <dgm:pt modelId="{A7278D2A-28B4-4661-8983-45F70D185772}" type="pres">
      <dgm:prSet presAssocID="{EDFF59B4-8022-44E6-A041-309CF141857C}" presName="spaceRect" presStyleCnt="0"/>
      <dgm:spPr/>
    </dgm:pt>
    <dgm:pt modelId="{30BCDCAE-901C-461D-AFC0-3FFA5D9F2E8E}" type="pres">
      <dgm:prSet presAssocID="{EDFF59B4-8022-44E6-A041-309CF141857C}" presName="parTx" presStyleLbl="revTx" presStyleIdx="1" presStyleCnt="5">
        <dgm:presLayoutVars>
          <dgm:chMax val="0"/>
          <dgm:chPref val="0"/>
        </dgm:presLayoutVars>
      </dgm:prSet>
      <dgm:spPr/>
      <dgm:t>
        <a:bodyPr/>
        <a:lstStyle/>
        <a:p>
          <a:endParaRPr lang="en-US"/>
        </a:p>
      </dgm:t>
    </dgm:pt>
    <dgm:pt modelId="{BF8EF47C-B5FE-41EC-A561-8826EF6BCD8E}" type="pres">
      <dgm:prSet presAssocID="{5E6101D3-F2C7-45F7-816B-87E499BA7CD0}" presName="sibTrans" presStyleCnt="0"/>
      <dgm:spPr/>
    </dgm:pt>
    <dgm:pt modelId="{CAD19CF6-2CD0-45DF-940D-96FB23824ED1}" type="pres">
      <dgm:prSet presAssocID="{5B583865-869D-438B-9AC0-15A1D034D12E}" presName="compNode" presStyleCnt="0"/>
      <dgm:spPr/>
    </dgm:pt>
    <dgm:pt modelId="{85865998-E9E7-4381-9BA8-CF9B4E184165}" type="pres">
      <dgm:prSet presAssocID="{5B583865-869D-438B-9AC0-15A1D034D12E}" presName="bgRect" presStyleLbl="bgShp" presStyleIdx="2" presStyleCnt="5"/>
      <dgm:spPr/>
    </dgm:pt>
    <dgm:pt modelId="{2E277768-C282-4AB4-83BF-4C640491E2C8}" type="pres">
      <dgm:prSet presAssocID="{5B583865-869D-438B-9AC0-15A1D034D12E}" presName="iconRect" presStyleLbl="node1" presStyleIdx="2" presStyleCnt="5"/>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Monitor"/>
        </a:ext>
      </dgm:extLst>
    </dgm:pt>
    <dgm:pt modelId="{A073D7A7-F3F7-4637-B61E-5A2A3C347BA1}" type="pres">
      <dgm:prSet presAssocID="{5B583865-869D-438B-9AC0-15A1D034D12E}" presName="spaceRect" presStyleCnt="0"/>
      <dgm:spPr/>
    </dgm:pt>
    <dgm:pt modelId="{8BE89615-4781-4CDE-8E05-8253C87E3B6A}" type="pres">
      <dgm:prSet presAssocID="{5B583865-869D-438B-9AC0-15A1D034D12E}" presName="parTx" presStyleLbl="revTx" presStyleIdx="2" presStyleCnt="5">
        <dgm:presLayoutVars>
          <dgm:chMax val="0"/>
          <dgm:chPref val="0"/>
        </dgm:presLayoutVars>
      </dgm:prSet>
      <dgm:spPr/>
      <dgm:t>
        <a:bodyPr/>
        <a:lstStyle/>
        <a:p>
          <a:endParaRPr lang="en-US"/>
        </a:p>
      </dgm:t>
    </dgm:pt>
    <dgm:pt modelId="{7837F55E-19F1-438D-B8C0-02DB0D6F1AFE}" type="pres">
      <dgm:prSet presAssocID="{AB8799BA-6EF3-4BB1-BFC3-09A10128B366}" presName="sibTrans" presStyleCnt="0"/>
      <dgm:spPr/>
    </dgm:pt>
    <dgm:pt modelId="{66881E57-7C1D-4DB8-B9A8-B95C168F3795}" type="pres">
      <dgm:prSet presAssocID="{63E361EA-FA80-42DB-95EC-9A57063D7DE1}" presName="compNode" presStyleCnt="0"/>
      <dgm:spPr/>
    </dgm:pt>
    <dgm:pt modelId="{9E4AB708-15B5-41C4-9051-CC58AA4A06BC}" type="pres">
      <dgm:prSet presAssocID="{63E361EA-FA80-42DB-95EC-9A57063D7DE1}" presName="bgRect" presStyleLbl="bgShp" presStyleIdx="3" presStyleCnt="5"/>
      <dgm:spPr/>
    </dgm:pt>
    <dgm:pt modelId="{7EDFBA48-642F-4497-A0F6-3FF06DE1CEEB}" type="pres">
      <dgm:prSet presAssocID="{63E361EA-FA80-42DB-95EC-9A57063D7DE1}" presName="iconRect" presStyleLbl="node1" presStyleIdx="3" presStyleCnt="5"/>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Tablet"/>
        </a:ext>
      </dgm:extLst>
    </dgm:pt>
    <dgm:pt modelId="{5963F3DD-02B3-473F-AF7B-1F7C8C1E52C6}" type="pres">
      <dgm:prSet presAssocID="{63E361EA-FA80-42DB-95EC-9A57063D7DE1}" presName="spaceRect" presStyleCnt="0"/>
      <dgm:spPr/>
    </dgm:pt>
    <dgm:pt modelId="{5B01C80E-2D85-49E5-9C89-7338366CE284}" type="pres">
      <dgm:prSet presAssocID="{63E361EA-FA80-42DB-95EC-9A57063D7DE1}" presName="parTx" presStyleLbl="revTx" presStyleIdx="3" presStyleCnt="5">
        <dgm:presLayoutVars>
          <dgm:chMax val="0"/>
          <dgm:chPref val="0"/>
        </dgm:presLayoutVars>
      </dgm:prSet>
      <dgm:spPr/>
      <dgm:t>
        <a:bodyPr/>
        <a:lstStyle/>
        <a:p>
          <a:endParaRPr lang="en-US"/>
        </a:p>
      </dgm:t>
    </dgm:pt>
    <dgm:pt modelId="{86BD5151-F13F-45D4-AA0C-93C4091C8377}" type="pres">
      <dgm:prSet presAssocID="{E5B6193A-3783-492B-89CE-7A395C223D3F}" presName="sibTrans" presStyleCnt="0"/>
      <dgm:spPr/>
    </dgm:pt>
    <dgm:pt modelId="{D7F20234-11A9-45C9-B967-BA69378DF802}" type="pres">
      <dgm:prSet presAssocID="{B59981C5-139B-42DD-B3CE-0C16EB958D32}" presName="compNode" presStyleCnt="0"/>
      <dgm:spPr/>
    </dgm:pt>
    <dgm:pt modelId="{E7586423-A25E-4862-9EF7-81A7D17FAFBF}" type="pres">
      <dgm:prSet presAssocID="{B59981C5-139B-42DD-B3CE-0C16EB958D32}" presName="bgRect" presStyleLbl="bgShp" presStyleIdx="4" presStyleCnt="5"/>
      <dgm:spPr/>
    </dgm:pt>
    <dgm:pt modelId="{055976DD-9244-4261-9F7B-3A20E1B17744}" type="pres">
      <dgm:prSet presAssocID="{B59981C5-139B-42DD-B3CE-0C16EB958D3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Eye"/>
        </a:ext>
      </dgm:extLst>
    </dgm:pt>
    <dgm:pt modelId="{534E9142-06AD-4354-8FB4-B7016887AB4A}" type="pres">
      <dgm:prSet presAssocID="{B59981C5-139B-42DD-B3CE-0C16EB958D32}" presName="spaceRect" presStyleCnt="0"/>
      <dgm:spPr/>
    </dgm:pt>
    <dgm:pt modelId="{D767F2D7-323D-412D-B841-27FB1F9D8B2B}" type="pres">
      <dgm:prSet presAssocID="{B59981C5-139B-42DD-B3CE-0C16EB958D32}" presName="parTx" presStyleLbl="revTx" presStyleIdx="4" presStyleCnt="5">
        <dgm:presLayoutVars>
          <dgm:chMax val="0"/>
          <dgm:chPref val="0"/>
        </dgm:presLayoutVars>
      </dgm:prSet>
      <dgm:spPr/>
      <dgm:t>
        <a:bodyPr/>
        <a:lstStyle/>
        <a:p>
          <a:endParaRPr lang="en-US"/>
        </a:p>
      </dgm:t>
    </dgm:pt>
  </dgm:ptLst>
  <dgm:cxnLst>
    <dgm:cxn modelId="{4079F995-F597-44AF-88B9-72F077C61F83}" type="presOf" srcId="{5B583865-869D-438B-9AC0-15A1D034D12E}" destId="{8BE89615-4781-4CDE-8E05-8253C87E3B6A}" srcOrd="0" destOrd="0" presId="urn:microsoft.com/office/officeart/2018/2/layout/IconVerticalSolidList"/>
    <dgm:cxn modelId="{9A9802D3-4E22-4427-8E51-3219D93157DA}" type="presOf" srcId="{BA5AC2A6-0B1A-4D8D-B5B8-AA68CB8334C9}" destId="{8CBDA024-E0A3-464E-BA10-5D924585F170}" srcOrd="0" destOrd="0" presId="urn:microsoft.com/office/officeart/2018/2/layout/IconVerticalSolidList"/>
    <dgm:cxn modelId="{E1BCC19D-3CC4-41D6-B2EA-21BA3E55C4E9}" srcId="{730C9FD2-D62D-4269-AB97-5781437DFB74}" destId="{B59981C5-139B-42DD-B3CE-0C16EB958D32}" srcOrd="4" destOrd="0" parTransId="{BF6B1FF5-B52C-47F3-A7DE-386D9FC2ECA7}" sibTransId="{A3289ED3-D127-4EDD-B6FA-6000EE04FF63}"/>
    <dgm:cxn modelId="{3146FF4E-2FAB-4876-A283-FC8D02F1D7AD}" type="presOf" srcId="{EDFF59B4-8022-44E6-A041-309CF141857C}" destId="{30BCDCAE-901C-461D-AFC0-3FFA5D9F2E8E}" srcOrd="0" destOrd="0" presId="urn:microsoft.com/office/officeart/2018/2/layout/IconVerticalSolidList"/>
    <dgm:cxn modelId="{22DB4D53-6891-4B13-BF0B-BD114C4A71CD}" type="presOf" srcId="{730C9FD2-D62D-4269-AB97-5781437DFB74}" destId="{3529A2D5-8301-4F62-A45C-A3710CFADBDD}" srcOrd="0" destOrd="0" presId="urn:microsoft.com/office/officeart/2018/2/layout/IconVerticalSolidList"/>
    <dgm:cxn modelId="{05B88EFE-6D69-43BE-9B5A-B831DEB21081}" type="presOf" srcId="{B59981C5-139B-42DD-B3CE-0C16EB958D32}" destId="{D767F2D7-323D-412D-B841-27FB1F9D8B2B}" srcOrd="0" destOrd="0" presId="urn:microsoft.com/office/officeart/2018/2/layout/IconVerticalSolidList"/>
    <dgm:cxn modelId="{7126D01D-9EA7-47F7-8D83-D0E1EB8BD0BD}" srcId="{730C9FD2-D62D-4269-AB97-5781437DFB74}" destId="{5B583865-869D-438B-9AC0-15A1D034D12E}" srcOrd="2" destOrd="0" parTransId="{D33BEA88-4F8C-4527-8E2F-E38DDBD78950}" sibTransId="{AB8799BA-6EF3-4BB1-BFC3-09A10128B366}"/>
    <dgm:cxn modelId="{4549C44D-4DDD-4734-A608-D098B0D07ECA}" srcId="{730C9FD2-D62D-4269-AB97-5781437DFB74}" destId="{BA5AC2A6-0B1A-4D8D-B5B8-AA68CB8334C9}" srcOrd="0" destOrd="0" parTransId="{C0650611-356B-4D1D-B5AE-26EF09C1D355}" sibTransId="{FDC8F33B-CB00-45C4-A653-0C6E280A88A2}"/>
    <dgm:cxn modelId="{85244FA1-6C08-4671-80F5-6F36FC780A7A}" type="presOf" srcId="{63E361EA-FA80-42DB-95EC-9A57063D7DE1}" destId="{5B01C80E-2D85-49E5-9C89-7338366CE284}" srcOrd="0" destOrd="0" presId="urn:microsoft.com/office/officeart/2018/2/layout/IconVerticalSolidList"/>
    <dgm:cxn modelId="{237F2F71-8628-4D27-A635-BB2A27433B8B}" srcId="{730C9FD2-D62D-4269-AB97-5781437DFB74}" destId="{63E361EA-FA80-42DB-95EC-9A57063D7DE1}" srcOrd="3" destOrd="0" parTransId="{662120FC-CDA7-4BEE-A244-C25676A1E21C}" sibTransId="{E5B6193A-3783-492B-89CE-7A395C223D3F}"/>
    <dgm:cxn modelId="{82B5ADBB-09DD-4D92-953D-0C2846AFF579}" srcId="{730C9FD2-D62D-4269-AB97-5781437DFB74}" destId="{EDFF59B4-8022-44E6-A041-309CF141857C}" srcOrd="1" destOrd="0" parTransId="{C0336263-73D8-45D8-ADEF-F080E4D8576C}" sibTransId="{5E6101D3-F2C7-45F7-816B-87E499BA7CD0}"/>
    <dgm:cxn modelId="{4840050B-24A9-4BF9-A1C5-AD1E5700A90B}" type="presParOf" srcId="{3529A2D5-8301-4F62-A45C-A3710CFADBDD}" destId="{D7CF84A7-703F-4F09-B4E7-5520E67591E3}" srcOrd="0" destOrd="0" presId="urn:microsoft.com/office/officeart/2018/2/layout/IconVerticalSolidList"/>
    <dgm:cxn modelId="{F594FCC0-A2A4-4CC6-888B-C84D48F03494}" type="presParOf" srcId="{D7CF84A7-703F-4F09-B4E7-5520E67591E3}" destId="{F432648C-6E0E-4CE4-BC0F-B83B680871D2}" srcOrd="0" destOrd="0" presId="urn:microsoft.com/office/officeart/2018/2/layout/IconVerticalSolidList"/>
    <dgm:cxn modelId="{8DE4783A-D3F2-4CDB-836C-16FE35656631}" type="presParOf" srcId="{D7CF84A7-703F-4F09-B4E7-5520E67591E3}" destId="{CD86A233-683A-4B6C-838B-1C79BA4B6FBE}" srcOrd="1" destOrd="0" presId="urn:microsoft.com/office/officeart/2018/2/layout/IconVerticalSolidList"/>
    <dgm:cxn modelId="{0A47BD2D-4F65-44E9-A185-88F32E277FBE}" type="presParOf" srcId="{D7CF84A7-703F-4F09-B4E7-5520E67591E3}" destId="{0F5C819B-5870-427C-9D66-1097BB710CC6}" srcOrd="2" destOrd="0" presId="urn:microsoft.com/office/officeart/2018/2/layout/IconVerticalSolidList"/>
    <dgm:cxn modelId="{2792B86E-9CDF-413A-979F-ED8465567918}" type="presParOf" srcId="{D7CF84A7-703F-4F09-B4E7-5520E67591E3}" destId="{8CBDA024-E0A3-464E-BA10-5D924585F170}" srcOrd="3" destOrd="0" presId="urn:microsoft.com/office/officeart/2018/2/layout/IconVerticalSolidList"/>
    <dgm:cxn modelId="{3E348AAF-72CB-4408-A7A3-E01B9189C1DE}" type="presParOf" srcId="{3529A2D5-8301-4F62-A45C-A3710CFADBDD}" destId="{92D8AB6A-F093-4DB0-AD7A-173A204C1F13}" srcOrd="1" destOrd="0" presId="urn:microsoft.com/office/officeart/2018/2/layout/IconVerticalSolidList"/>
    <dgm:cxn modelId="{CFDFBB16-5337-4727-AFB5-BA983D7775E9}" type="presParOf" srcId="{3529A2D5-8301-4F62-A45C-A3710CFADBDD}" destId="{0CE5D7EE-4D68-40BF-AC97-6C386DA55BF0}" srcOrd="2" destOrd="0" presId="urn:microsoft.com/office/officeart/2018/2/layout/IconVerticalSolidList"/>
    <dgm:cxn modelId="{F3F51514-9C69-4DA7-AC0C-EA6B00BD5EF3}" type="presParOf" srcId="{0CE5D7EE-4D68-40BF-AC97-6C386DA55BF0}" destId="{433F5DD2-3E92-4B8C-9B72-735C872106AA}" srcOrd="0" destOrd="0" presId="urn:microsoft.com/office/officeart/2018/2/layout/IconVerticalSolidList"/>
    <dgm:cxn modelId="{78E48482-AC46-4514-8EF7-F93AD9FD3CB3}" type="presParOf" srcId="{0CE5D7EE-4D68-40BF-AC97-6C386DA55BF0}" destId="{E708F734-D01E-460A-8F74-0B5EBE256716}" srcOrd="1" destOrd="0" presId="urn:microsoft.com/office/officeart/2018/2/layout/IconVerticalSolidList"/>
    <dgm:cxn modelId="{B7A1B3DB-2966-4A22-B13F-D2CAFEEE289F}" type="presParOf" srcId="{0CE5D7EE-4D68-40BF-AC97-6C386DA55BF0}" destId="{A7278D2A-28B4-4661-8983-45F70D185772}" srcOrd="2" destOrd="0" presId="urn:microsoft.com/office/officeart/2018/2/layout/IconVerticalSolidList"/>
    <dgm:cxn modelId="{A76B9F76-4171-46E5-A3FB-E00D70FF1CD8}" type="presParOf" srcId="{0CE5D7EE-4D68-40BF-AC97-6C386DA55BF0}" destId="{30BCDCAE-901C-461D-AFC0-3FFA5D9F2E8E}" srcOrd="3" destOrd="0" presId="urn:microsoft.com/office/officeart/2018/2/layout/IconVerticalSolidList"/>
    <dgm:cxn modelId="{27BFCD65-C909-4D55-9356-4494EABDEE63}" type="presParOf" srcId="{3529A2D5-8301-4F62-A45C-A3710CFADBDD}" destId="{BF8EF47C-B5FE-41EC-A561-8826EF6BCD8E}" srcOrd="3" destOrd="0" presId="urn:microsoft.com/office/officeart/2018/2/layout/IconVerticalSolidList"/>
    <dgm:cxn modelId="{42042F4F-1CA6-409C-8C78-5F3B4A669152}" type="presParOf" srcId="{3529A2D5-8301-4F62-A45C-A3710CFADBDD}" destId="{CAD19CF6-2CD0-45DF-940D-96FB23824ED1}" srcOrd="4" destOrd="0" presId="urn:microsoft.com/office/officeart/2018/2/layout/IconVerticalSolidList"/>
    <dgm:cxn modelId="{5E3563CF-9F32-4081-A33C-8EEAB0EC5977}" type="presParOf" srcId="{CAD19CF6-2CD0-45DF-940D-96FB23824ED1}" destId="{85865998-E9E7-4381-9BA8-CF9B4E184165}" srcOrd="0" destOrd="0" presId="urn:microsoft.com/office/officeart/2018/2/layout/IconVerticalSolidList"/>
    <dgm:cxn modelId="{3B976A18-7125-4EB8-AA77-0D3A21419721}" type="presParOf" srcId="{CAD19CF6-2CD0-45DF-940D-96FB23824ED1}" destId="{2E277768-C282-4AB4-83BF-4C640491E2C8}" srcOrd="1" destOrd="0" presId="urn:microsoft.com/office/officeart/2018/2/layout/IconVerticalSolidList"/>
    <dgm:cxn modelId="{A4E5BDD8-A0DE-48A8-A254-2E06D9EB1893}" type="presParOf" srcId="{CAD19CF6-2CD0-45DF-940D-96FB23824ED1}" destId="{A073D7A7-F3F7-4637-B61E-5A2A3C347BA1}" srcOrd="2" destOrd="0" presId="urn:microsoft.com/office/officeart/2018/2/layout/IconVerticalSolidList"/>
    <dgm:cxn modelId="{5B4CA492-02B1-4427-8002-FEC8F2571339}" type="presParOf" srcId="{CAD19CF6-2CD0-45DF-940D-96FB23824ED1}" destId="{8BE89615-4781-4CDE-8E05-8253C87E3B6A}" srcOrd="3" destOrd="0" presId="urn:microsoft.com/office/officeart/2018/2/layout/IconVerticalSolidList"/>
    <dgm:cxn modelId="{5C75C28A-D75E-4B82-8749-3DBB17DB9C92}" type="presParOf" srcId="{3529A2D5-8301-4F62-A45C-A3710CFADBDD}" destId="{7837F55E-19F1-438D-B8C0-02DB0D6F1AFE}" srcOrd="5" destOrd="0" presId="urn:microsoft.com/office/officeart/2018/2/layout/IconVerticalSolidList"/>
    <dgm:cxn modelId="{465C7DF6-CA44-4495-B150-9B408998AAA6}" type="presParOf" srcId="{3529A2D5-8301-4F62-A45C-A3710CFADBDD}" destId="{66881E57-7C1D-4DB8-B9A8-B95C168F3795}" srcOrd="6" destOrd="0" presId="urn:microsoft.com/office/officeart/2018/2/layout/IconVerticalSolidList"/>
    <dgm:cxn modelId="{286B4CC9-71DC-44B9-B976-0A126E04A63D}" type="presParOf" srcId="{66881E57-7C1D-4DB8-B9A8-B95C168F3795}" destId="{9E4AB708-15B5-41C4-9051-CC58AA4A06BC}" srcOrd="0" destOrd="0" presId="urn:microsoft.com/office/officeart/2018/2/layout/IconVerticalSolidList"/>
    <dgm:cxn modelId="{C07A23A1-310C-4A2E-AF77-0D3F0CF985A6}" type="presParOf" srcId="{66881E57-7C1D-4DB8-B9A8-B95C168F3795}" destId="{7EDFBA48-642F-4497-A0F6-3FF06DE1CEEB}" srcOrd="1" destOrd="0" presId="urn:microsoft.com/office/officeart/2018/2/layout/IconVerticalSolidList"/>
    <dgm:cxn modelId="{F6BD9AE3-4B84-4D1D-B424-71C6FF04AB21}" type="presParOf" srcId="{66881E57-7C1D-4DB8-B9A8-B95C168F3795}" destId="{5963F3DD-02B3-473F-AF7B-1F7C8C1E52C6}" srcOrd="2" destOrd="0" presId="urn:microsoft.com/office/officeart/2018/2/layout/IconVerticalSolidList"/>
    <dgm:cxn modelId="{C88211E3-E693-4E87-9FA9-ED41867E8F5E}" type="presParOf" srcId="{66881E57-7C1D-4DB8-B9A8-B95C168F3795}" destId="{5B01C80E-2D85-49E5-9C89-7338366CE284}" srcOrd="3" destOrd="0" presId="urn:microsoft.com/office/officeart/2018/2/layout/IconVerticalSolidList"/>
    <dgm:cxn modelId="{E7DCC082-54D1-4C07-94E0-E754D0002ABA}" type="presParOf" srcId="{3529A2D5-8301-4F62-A45C-A3710CFADBDD}" destId="{86BD5151-F13F-45D4-AA0C-93C4091C8377}" srcOrd="7" destOrd="0" presId="urn:microsoft.com/office/officeart/2018/2/layout/IconVerticalSolidList"/>
    <dgm:cxn modelId="{A23C84DF-4322-45C2-8950-002B612EBDCF}" type="presParOf" srcId="{3529A2D5-8301-4F62-A45C-A3710CFADBDD}" destId="{D7F20234-11A9-45C9-B967-BA69378DF802}" srcOrd="8" destOrd="0" presId="urn:microsoft.com/office/officeart/2018/2/layout/IconVerticalSolidList"/>
    <dgm:cxn modelId="{84A58A74-A680-4DA3-9C72-4BDB543737FC}" type="presParOf" srcId="{D7F20234-11A9-45C9-B967-BA69378DF802}" destId="{E7586423-A25E-4862-9EF7-81A7D17FAFBF}" srcOrd="0" destOrd="0" presId="urn:microsoft.com/office/officeart/2018/2/layout/IconVerticalSolidList"/>
    <dgm:cxn modelId="{C63287EA-2629-40A1-A786-7246AB593C4F}" type="presParOf" srcId="{D7F20234-11A9-45C9-B967-BA69378DF802}" destId="{055976DD-9244-4261-9F7B-3A20E1B17744}" srcOrd="1" destOrd="0" presId="urn:microsoft.com/office/officeart/2018/2/layout/IconVerticalSolidList"/>
    <dgm:cxn modelId="{FE814CB0-C440-4896-A271-2F1CA5DC8C2C}" type="presParOf" srcId="{D7F20234-11A9-45C9-B967-BA69378DF802}" destId="{534E9142-06AD-4354-8FB4-B7016887AB4A}" srcOrd="2" destOrd="0" presId="urn:microsoft.com/office/officeart/2018/2/layout/IconVerticalSolidList"/>
    <dgm:cxn modelId="{FF3CF1B7-4210-4DF4-936F-EA609C8627AD}" type="presParOf" srcId="{D7F20234-11A9-45C9-B967-BA69378DF802}" destId="{D767F2D7-323D-412D-B841-27FB1F9D8B2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FC3796-8352-4BAD-87C8-0244B6D6EED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9E3349A-0AE9-4F17-8A59-95FC715558E4}">
      <dgm:prSet/>
      <dgm:spPr/>
      <dgm:t>
        <a:bodyPr/>
        <a:lstStyle/>
        <a:p>
          <a:r>
            <a:rPr lang="en-US"/>
            <a:t>Menu Display: All Products are properly displayed with their respective image and price </a:t>
          </a:r>
        </a:p>
      </dgm:t>
    </dgm:pt>
    <dgm:pt modelId="{1CBBAB6E-1C2C-44C2-8D40-BDE6A901C864}" type="parTrans" cxnId="{8908D032-3864-4CCC-A999-25678781E242}">
      <dgm:prSet/>
      <dgm:spPr/>
      <dgm:t>
        <a:bodyPr/>
        <a:lstStyle/>
        <a:p>
          <a:endParaRPr lang="en-US"/>
        </a:p>
      </dgm:t>
    </dgm:pt>
    <dgm:pt modelId="{3CC5A037-3FC8-479F-A782-9DD444383546}" type="sibTrans" cxnId="{8908D032-3864-4CCC-A999-25678781E242}">
      <dgm:prSet/>
      <dgm:spPr/>
      <dgm:t>
        <a:bodyPr/>
        <a:lstStyle/>
        <a:p>
          <a:endParaRPr lang="en-US"/>
        </a:p>
      </dgm:t>
    </dgm:pt>
    <dgm:pt modelId="{F60E7AEC-97F2-4256-8EA2-9213856EFD4F}">
      <dgm:prSet/>
      <dgm:spPr/>
      <dgm:t>
        <a:bodyPr/>
        <a:lstStyle/>
        <a:p>
          <a:r>
            <a:rPr lang="en-US"/>
            <a:t>Add to Cart: Function works as cart is updated and pop up appears when an item is added </a:t>
          </a:r>
        </a:p>
      </dgm:t>
    </dgm:pt>
    <dgm:pt modelId="{A94E4CBF-4172-4AFB-B1A6-891154F99A30}" type="parTrans" cxnId="{17B8A17C-F5E8-4122-8758-BFEF05539B91}">
      <dgm:prSet/>
      <dgm:spPr/>
      <dgm:t>
        <a:bodyPr/>
        <a:lstStyle/>
        <a:p>
          <a:endParaRPr lang="en-US"/>
        </a:p>
      </dgm:t>
    </dgm:pt>
    <dgm:pt modelId="{674E8429-20F0-47B3-AD75-343EC80CA910}" type="sibTrans" cxnId="{17B8A17C-F5E8-4122-8758-BFEF05539B91}">
      <dgm:prSet/>
      <dgm:spPr/>
      <dgm:t>
        <a:bodyPr/>
        <a:lstStyle/>
        <a:p>
          <a:endParaRPr lang="en-US"/>
        </a:p>
      </dgm:t>
    </dgm:pt>
    <dgm:pt modelId="{FAA9BCC3-62DA-4E45-9AD5-71BB1DBC47D0}">
      <dgm:prSet/>
      <dgm:spPr/>
      <dgm:t>
        <a:bodyPr/>
        <a:lstStyle/>
        <a:p>
          <a:r>
            <a:rPr lang="en-US"/>
            <a:t>Navigation: Website smoothly transitions to the contact and cart page when button is clicked </a:t>
          </a:r>
        </a:p>
      </dgm:t>
    </dgm:pt>
    <dgm:pt modelId="{4DD0957A-D114-43A5-8E4B-529EA3EAFB35}" type="parTrans" cxnId="{F7B6EA88-0070-41CE-B1A2-ECAFC1AB7EB3}">
      <dgm:prSet/>
      <dgm:spPr/>
      <dgm:t>
        <a:bodyPr/>
        <a:lstStyle/>
        <a:p>
          <a:endParaRPr lang="en-US"/>
        </a:p>
      </dgm:t>
    </dgm:pt>
    <dgm:pt modelId="{9637C87B-AA7A-49A9-A9C4-0394A145844F}" type="sibTrans" cxnId="{F7B6EA88-0070-41CE-B1A2-ECAFC1AB7EB3}">
      <dgm:prSet/>
      <dgm:spPr/>
      <dgm:t>
        <a:bodyPr/>
        <a:lstStyle/>
        <a:p>
          <a:endParaRPr lang="en-US"/>
        </a:p>
      </dgm:t>
    </dgm:pt>
    <dgm:pt modelId="{48500FBB-E493-4163-A04D-48462DA90915}">
      <dgm:prSet/>
      <dgm:spPr/>
      <dgm:t>
        <a:bodyPr/>
        <a:lstStyle/>
        <a:p>
          <a:r>
            <a:rPr lang="en-US"/>
            <a:t>Styling: Website is styled in a clean and proportionate manner</a:t>
          </a:r>
        </a:p>
      </dgm:t>
    </dgm:pt>
    <dgm:pt modelId="{A37B35D5-4669-4299-848C-056B431BF507}" type="parTrans" cxnId="{862EA5BF-C09D-4076-89CC-669F4A41252F}">
      <dgm:prSet/>
      <dgm:spPr/>
      <dgm:t>
        <a:bodyPr/>
        <a:lstStyle/>
        <a:p>
          <a:endParaRPr lang="en-US"/>
        </a:p>
      </dgm:t>
    </dgm:pt>
    <dgm:pt modelId="{02B4F9E8-0C3F-403C-955D-7610EE18F1AC}" type="sibTrans" cxnId="{862EA5BF-C09D-4076-89CC-669F4A41252F}">
      <dgm:prSet/>
      <dgm:spPr/>
      <dgm:t>
        <a:bodyPr/>
        <a:lstStyle/>
        <a:p>
          <a:endParaRPr lang="en-US"/>
        </a:p>
      </dgm:t>
    </dgm:pt>
    <dgm:pt modelId="{D72063A1-5A7E-4CBA-A1ED-B2A1358CB334}" type="pres">
      <dgm:prSet presAssocID="{67FC3796-8352-4BAD-87C8-0244B6D6EED2}" presName="root" presStyleCnt="0">
        <dgm:presLayoutVars>
          <dgm:dir/>
          <dgm:resizeHandles val="exact"/>
        </dgm:presLayoutVars>
      </dgm:prSet>
      <dgm:spPr/>
      <dgm:t>
        <a:bodyPr/>
        <a:lstStyle/>
        <a:p>
          <a:endParaRPr lang="en-US"/>
        </a:p>
      </dgm:t>
    </dgm:pt>
    <dgm:pt modelId="{EC5FF290-D144-47E7-AEE4-CB4A1FA2A1F7}" type="pres">
      <dgm:prSet presAssocID="{F9E3349A-0AE9-4F17-8A59-95FC715558E4}" presName="compNode" presStyleCnt="0"/>
      <dgm:spPr/>
    </dgm:pt>
    <dgm:pt modelId="{7FB9C811-5E18-4DEF-A5EE-35D978EBE40E}" type="pres">
      <dgm:prSet presAssocID="{F9E3349A-0AE9-4F17-8A59-95FC715558E4}" presName="bgRect" presStyleLbl="bgShp" presStyleIdx="0" presStyleCnt="4"/>
      <dgm:spPr/>
    </dgm:pt>
    <dgm:pt modelId="{03B8AF25-89F3-455C-B679-1BC325D65565}" type="pres">
      <dgm:prSet presAssocID="{F9E3349A-0AE9-4F17-8A59-95FC715558E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Tanabata Tree"/>
        </a:ext>
      </dgm:extLst>
    </dgm:pt>
    <dgm:pt modelId="{C0C206CC-2FD4-4EFC-9FAF-C28BEBB07012}" type="pres">
      <dgm:prSet presAssocID="{F9E3349A-0AE9-4F17-8A59-95FC715558E4}" presName="spaceRect" presStyleCnt="0"/>
      <dgm:spPr/>
    </dgm:pt>
    <dgm:pt modelId="{54383878-B828-426E-879B-A90341A630A1}" type="pres">
      <dgm:prSet presAssocID="{F9E3349A-0AE9-4F17-8A59-95FC715558E4}" presName="parTx" presStyleLbl="revTx" presStyleIdx="0" presStyleCnt="4">
        <dgm:presLayoutVars>
          <dgm:chMax val="0"/>
          <dgm:chPref val="0"/>
        </dgm:presLayoutVars>
      </dgm:prSet>
      <dgm:spPr/>
      <dgm:t>
        <a:bodyPr/>
        <a:lstStyle/>
        <a:p>
          <a:endParaRPr lang="en-US"/>
        </a:p>
      </dgm:t>
    </dgm:pt>
    <dgm:pt modelId="{5203190B-C2F4-4901-8943-08D1E9D8F7B6}" type="pres">
      <dgm:prSet presAssocID="{3CC5A037-3FC8-479F-A782-9DD444383546}" presName="sibTrans" presStyleCnt="0"/>
      <dgm:spPr/>
    </dgm:pt>
    <dgm:pt modelId="{30FBF3AC-786B-48F3-BB35-A712ACE0B465}" type="pres">
      <dgm:prSet presAssocID="{F60E7AEC-97F2-4256-8EA2-9213856EFD4F}" presName="compNode" presStyleCnt="0"/>
      <dgm:spPr/>
    </dgm:pt>
    <dgm:pt modelId="{E2CDFEB5-67B6-4C0D-A75B-A70370B7C76B}" type="pres">
      <dgm:prSet presAssocID="{F60E7AEC-97F2-4256-8EA2-9213856EFD4F}" presName="bgRect" presStyleLbl="bgShp" presStyleIdx="1" presStyleCnt="4"/>
      <dgm:spPr/>
    </dgm:pt>
    <dgm:pt modelId="{D564EA40-5E85-4943-B21F-CF3EA1664E58}" type="pres">
      <dgm:prSet presAssocID="{F60E7AEC-97F2-4256-8EA2-9213856EFD4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Shopping cart"/>
        </a:ext>
      </dgm:extLst>
    </dgm:pt>
    <dgm:pt modelId="{45F31D37-1CD5-47F6-B2AD-92D0B9AD74CD}" type="pres">
      <dgm:prSet presAssocID="{F60E7AEC-97F2-4256-8EA2-9213856EFD4F}" presName="spaceRect" presStyleCnt="0"/>
      <dgm:spPr/>
    </dgm:pt>
    <dgm:pt modelId="{C8043752-2135-407C-8786-622580E12791}" type="pres">
      <dgm:prSet presAssocID="{F60E7AEC-97F2-4256-8EA2-9213856EFD4F}" presName="parTx" presStyleLbl="revTx" presStyleIdx="1" presStyleCnt="4">
        <dgm:presLayoutVars>
          <dgm:chMax val="0"/>
          <dgm:chPref val="0"/>
        </dgm:presLayoutVars>
      </dgm:prSet>
      <dgm:spPr/>
      <dgm:t>
        <a:bodyPr/>
        <a:lstStyle/>
        <a:p>
          <a:endParaRPr lang="en-US"/>
        </a:p>
      </dgm:t>
    </dgm:pt>
    <dgm:pt modelId="{0F323628-6B1C-4017-BF76-0962CD05238C}" type="pres">
      <dgm:prSet presAssocID="{674E8429-20F0-47B3-AD75-343EC80CA910}" presName="sibTrans" presStyleCnt="0"/>
      <dgm:spPr/>
    </dgm:pt>
    <dgm:pt modelId="{2B23E90B-4005-4836-9AAC-B0E38A88D059}" type="pres">
      <dgm:prSet presAssocID="{FAA9BCC3-62DA-4E45-9AD5-71BB1DBC47D0}" presName="compNode" presStyleCnt="0"/>
      <dgm:spPr/>
    </dgm:pt>
    <dgm:pt modelId="{E715ACAD-5341-4DAF-AEBD-40FFCC6C3C80}" type="pres">
      <dgm:prSet presAssocID="{FAA9BCC3-62DA-4E45-9AD5-71BB1DBC47D0}" presName="bgRect" presStyleLbl="bgShp" presStyleIdx="2" presStyleCnt="4"/>
      <dgm:spPr/>
    </dgm:pt>
    <dgm:pt modelId="{2BD2E452-E979-4FE9-94CB-DDE002787781}" type="pres">
      <dgm:prSet presAssocID="{FAA9BCC3-62DA-4E45-9AD5-71BB1DBC47D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Direction"/>
        </a:ext>
      </dgm:extLst>
    </dgm:pt>
    <dgm:pt modelId="{6A6D4982-F147-432C-9F84-28DF381A7023}" type="pres">
      <dgm:prSet presAssocID="{FAA9BCC3-62DA-4E45-9AD5-71BB1DBC47D0}" presName="spaceRect" presStyleCnt="0"/>
      <dgm:spPr/>
    </dgm:pt>
    <dgm:pt modelId="{5E7286A2-F98C-46CB-A3E6-55838A605E09}" type="pres">
      <dgm:prSet presAssocID="{FAA9BCC3-62DA-4E45-9AD5-71BB1DBC47D0}" presName="parTx" presStyleLbl="revTx" presStyleIdx="2" presStyleCnt="4">
        <dgm:presLayoutVars>
          <dgm:chMax val="0"/>
          <dgm:chPref val="0"/>
        </dgm:presLayoutVars>
      </dgm:prSet>
      <dgm:spPr/>
      <dgm:t>
        <a:bodyPr/>
        <a:lstStyle/>
        <a:p>
          <a:endParaRPr lang="en-US"/>
        </a:p>
      </dgm:t>
    </dgm:pt>
    <dgm:pt modelId="{C3F579C1-F0B9-40BC-A1BF-07C1BFF6AA45}" type="pres">
      <dgm:prSet presAssocID="{9637C87B-AA7A-49A9-A9C4-0394A145844F}" presName="sibTrans" presStyleCnt="0"/>
      <dgm:spPr/>
    </dgm:pt>
    <dgm:pt modelId="{56307A37-ADD5-4063-A90E-3FE83F03947C}" type="pres">
      <dgm:prSet presAssocID="{48500FBB-E493-4163-A04D-48462DA90915}" presName="compNode" presStyleCnt="0"/>
      <dgm:spPr/>
    </dgm:pt>
    <dgm:pt modelId="{AAF04ABA-C866-45CE-B50B-ECCC3AE5B080}" type="pres">
      <dgm:prSet presAssocID="{48500FBB-E493-4163-A04D-48462DA90915}" presName="bgRect" presStyleLbl="bgShp" presStyleIdx="3" presStyleCnt="4"/>
      <dgm:spPr/>
    </dgm:pt>
    <dgm:pt modelId="{692FEB28-8A63-475F-AB09-F5DD2CDAF254}" type="pres">
      <dgm:prSet presAssocID="{48500FBB-E493-4163-A04D-48462DA909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id="0" name="" descr="Palette"/>
        </a:ext>
      </dgm:extLst>
    </dgm:pt>
    <dgm:pt modelId="{791A3DCB-71F3-4ED0-8EFA-F1503CE3FF71}" type="pres">
      <dgm:prSet presAssocID="{48500FBB-E493-4163-A04D-48462DA90915}" presName="spaceRect" presStyleCnt="0"/>
      <dgm:spPr/>
    </dgm:pt>
    <dgm:pt modelId="{EBF9F838-4B61-4E9C-A814-18E3A9A56327}" type="pres">
      <dgm:prSet presAssocID="{48500FBB-E493-4163-A04D-48462DA90915}" presName="parTx" presStyleLbl="revTx" presStyleIdx="3" presStyleCnt="4">
        <dgm:presLayoutVars>
          <dgm:chMax val="0"/>
          <dgm:chPref val="0"/>
        </dgm:presLayoutVars>
      </dgm:prSet>
      <dgm:spPr/>
      <dgm:t>
        <a:bodyPr/>
        <a:lstStyle/>
        <a:p>
          <a:endParaRPr lang="en-US"/>
        </a:p>
      </dgm:t>
    </dgm:pt>
  </dgm:ptLst>
  <dgm:cxnLst>
    <dgm:cxn modelId="{D9A7B1DD-6875-4434-B37B-7FBCCDF8407A}" type="presOf" srcId="{F60E7AEC-97F2-4256-8EA2-9213856EFD4F}" destId="{C8043752-2135-407C-8786-622580E12791}" srcOrd="0" destOrd="0" presId="urn:microsoft.com/office/officeart/2018/2/layout/IconVerticalSolidList"/>
    <dgm:cxn modelId="{862EA5BF-C09D-4076-89CC-669F4A41252F}" srcId="{67FC3796-8352-4BAD-87C8-0244B6D6EED2}" destId="{48500FBB-E493-4163-A04D-48462DA90915}" srcOrd="3" destOrd="0" parTransId="{A37B35D5-4669-4299-848C-056B431BF507}" sibTransId="{02B4F9E8-0C3F-403C-955D-7610EE18F1AC}"/>
    <dgm:cxn modelId="{17B8A17C-F5E8-4122-8758-BFEF05539B91}" srcId="{67FC3796-8352-4BAD-87C8-0244B6D6EED2}" destId="{F60E7AEC-97F2-4256-8EA2-9213856EFD4F}" srcOrd="1" destOrd="0" parTransId="{A94E4CBF-4172-4AFB-B1A6-891154F99A30}" sibTransId="{674E8429-20F0-47B3-AD75-343EC80CA910}"/>
    <dgm:cxn modelId="{F7B6EA88-0070-41CE-B1A2-ECAFC1AB7EB3}" srcId="{67FC3796-8352-4BAD-87C8-0244B6D6EED2}" destId="{FAA9BCC3-62DA-4E45-9AD5-71BB1DBC47D0}" srcOrd="2" destOrd="0" parTransId="{4DD0957A-D114-43A5-8E4B-529EA3EAFB35}" sibTransId="{9637C87B-AA7A-49A9-A9C4-0394A145844F}"/>
    <dgm:cxn modelId="{DECB67F8-275D-47ED-B294-0A3B0280E517}" type="presOf" srcId="{FAA9BCC3-62DA-4E45-9AD5-71BB1DBC47D0}" destId="{5E7286A2-F98C-46CB-A3E6-55838A605E09}" srcOrd="0" destOrd="0" presId="urn:microsoft.com/office/officeart/2018/2/layout/IconVerticalSolidList"/>
    <dgm:cxn modelId="{86ED3A5D-32C2-4347-BD73-D146659FA9B0}" type="presOf" srcId="{48500FBB-E493-4163-A04D-48462DA90915}" destId="{EBF9F838-4B61-4E9C-A814-18E3A9A56327}" srcOrd="0" destOrd="0" presId="urn:microsoft.com/office/officeart/2018/2/layout/IconVerticalSolidList"/>
    <dgm:cxn modelId="{8908D032-3864-4CCC-A999-25678781E242}" srcId="{67FC3796-8352-4BAD-87C8-0244B6D6EED2}" destId="{F9E3349A-0AE9-4F17-8A59-95FC715558E4}" srcOrd="0" destOrd="0" parTransId="{1CBBAB6E-1C2C-44C2-8D40-BDE6A901C864}" sibTransId="{3CC5A037-3FC8-479F-A782-9DD444383546}"/>
    <dgm:cxn modelId="{EA60F5FF-0345-451E-9AFD-8295949102EA}" type="presOf" srcId="{67FC3796-8352-4BAD-87C8-0244B6D6EED2}" destId="{D72063A1-5A7E-4CBA-A1ED-B2A1358CB334}" srcOrd="0" destOrd="0" presId="urn:microsoft.com/office/officeart/2018/2/layout/IconVerticalSolidList"/>
    <dgm:cxn modelId="{6A013FC1-7949-4D9A-9571-C2327CA46739}" type="presOf" srcId="{F9E3349A-0AE9-4F17-8A59-95FC715558E4}" destId="{54383878-B828-426E-879B-A90341A630A1}" srcOrd="0" destOrd="0" presId="urn:microsoft.com/office/officeart/2018/2/layout/IconVerticalSolidList"/>
    <dgm:cxn modelId="{F0C36893-5E78-4EB4-80AA-6EFDF92C1C4C}" type="presParOf" srcId="{D72063A1-5A7E-4CBA-A1ED-B2A1358CB334}" destId="{EC5FF290-D144-47E7-AEE4-CB4A1FA2A1F7}" srcOrd="0" destOrd="0" presId="urn:microsoft.com/office/officeart/2018/2/layout/IconVerticalSolidList"/>
    <dgm:cxn modelId="{88DE932E-EA1A-4EAC-89F4-907536E30522}" type="presParOf" srcId="{EC5FF290-D144-47E7-AEE4-CB4A1FA2A1F7}" destId="{7FB9C811-5E18-4DEF-A5EE-35D978EBE40E}" srcOrd="0" destOrd="0" presId="urn:microsoft.com/office/officeart/2018/2/layout/IconVerticalSolidList"/>
    <dgm:cxn modelId="{BDF62C71-CA50-40D6-A176-ED46688A0F4D}" type="presParOf" srcId="{EC5FF290-D144-47E7-AEE4-CB4A1FA2A1F7}" destId="{03B8AF25-89F3-455C-B679-1BC325D65565}" srcOrd="1" destOrd="0" presId="urn:microsoft.com/office/officeart/2018/2/layout/IconVerticalSolidList"/>
    <dgm:cxn modelId="{AA129739-1EB8-49ED-B201-4E4CBE08A202}" type="presParOf" srcId="{EC5FF290-D144-47E7-AEE4-CB4A1FA2A1F7}" destId="{C0C206CC-2FD4-4EFC-9FAF-C28BEBB07012}" srcOrd="2" destOrd="0" presId="urn:microsoft.com/office/officeart/2018/2/layout/IconVerticalSolidList"/>
    <dgm:cxn modelId="{02C5172A-B44E-4F14-883C-2061493EAB02}" type="presParOf" srcId="{EC5FF290-D144-47E7-AEE4-CB4A1FA2A1F7}" destId="{54383878-B828-426E-879B-A90341A630A1}" srcOrd="3" destOrd="0" presId="urn:microsoft.com/office/officeart/2018/2/layout/IconVerticalSolidList"/>
    <dgm:cxn modelId="{A7072270-4FAC-48AB-8ECC-738D9350BB63}" type="presParOf" srcId="{D72063A1-5A7E-4CBA-A1ED-B2A1358CB334}" destId="{5203190B-C2F4-4901-8943-08D1E9D8F7B6}" srcOrd="1" destOrd="0" presId="urn:microsoft.com/office/officeart/2018/2/layout/IconVerticalSolidList"/>
    <dgm:cxn modelId="{BC9DE663-6746-439B-8C91-68EEA41FAC54}" type="presParOf" srcId="{D72063A1-5A7E-4CBA-A1ED-B2A1358CB334}" destId="{30FBF3AC-786B-48F3-BB35-A712ACE0B465}" srcOrd="2" destOrd="0" presId="urn:microsoft.com/office/officeart/2018/2/layout/IconVerticalSolidList"/>
    <dgm:cxn modelId="{3ED75ED3-D668-460F-A08D-3236C223722F}" type="presParOf" srcId="{30FBF3AC-786B-48F3-BB35-A712ACE0B465}" destId="{E2CDFEB5-67B6-4C0D-A75B-A70370B7C76B}" srcOrd="0" destOrd="0" presId="urn:microsoft.com/office/officeart/2018/2/layout/IconVerticalSolidList"/>
    <dgm:cxn modelId="{08430073-94CC-4D1A-97AF-80165B74CCEE}" type="presParOf" srcId="{30FBF3AC-786B-48F3-BB35-A712ACE0B465}" destId="{D564EA40-5E85-4943-B21F-CF3EA1664E58}" srcOrd="1" destOrd="0" presId="urn:microsoft.com/office/officeart/2018/2/layout/IconVerticalSolidList"/>
    <dgm:cxn modelId="{561CBEEE-5DFE-4648-AEAB-8C6C15049445}" type="presParOf" srcId="{30FBF3AC-786B-48F3-BB35-A712ACE0B465}" destId="{45F31D37-1CD5-47F6-B2AD-92D0B9AD74CD}" srcOrd="2" destOrd="0" presId="urn:microsoft.com/office/officeart/2018/2/layout/IconVerticalSolidList"/>
    <dgm:cxn modelId="{A64B6B8A-DEAF-4711-BA70-7D9E64339190}" type="presParOf" srcId="{30FBF3AC-786B-48F3-BB35-A712ACE0B465}" destId="{C8043752-2135-407C-8786-622580E12791}" srcOrd="3" destOrd="0" presId="urn:microsoft.com/office/officeart/2018/2/layout/IconVerticalSolidList"/>
    <dgm:cxn modelId="{6D494111-DBDC-4C98-B9E9-8773B2CB5C87}" type="presParOf" srcId="{D72063A1-5A7E-4CBA-A1ED-B2A1358CB334}" destId="{0F323628-6B1C-4017-BF76-0962CD05238C}" srcOrd="3" destOrd="0" presId="urn:microsoft.com/office/officeart/2018/2/layout/IconVerticalSolidList"/>
    <dgm:cxn modelId="{457B4376-A745-4A93-BF73-E0E9205C32CD}" type="presParOf" srcId="{D72063A1-5A7E-4CBA-A1ED-B2A1358CB334}" destId="{2B23E90B-4005-4836-9AAC-B0E38A88D059}" srcOrd="4" destOrd="0" presId="urn:microsoft.com/office/officeart/2018/2/layout/IconVerticalSolidList"/>
    <dgm:cxn modelId="{152CC543-4AE8-4165-A053-C0A534478170}" type="presParOf" srcId="{2B23E90B-4005-4836-9AAC-B0E38A88D059}" destId="{E715ACAD-5341-4DAF-AEBD-40FFCC6C3C80}" srcOrd="0" destOrd="0" presId="urn:microsoft.com/office/officeart/2018/2/layout/IconVerticalSolidList"/>
    <dgm:cxn modelId="{E5508F78-63D9-40B9-B1DF-E83C0F7C815C}" type="presParOf" srcId="{2B23E90B-4005-4836-9AAC-B0E38A88D059}" destId="{2BD2E452-E979-4FE9-94CB-DDE002787781}" srcOrd="1" destOrd="0" presId="urn:microsoft.com/office/officeart/2018/2/layout/IconVerticalSolidList"/>
    <dgm:cxn modelId="{349DAB91-C93C-4F49-ABA2-6ED8174BAADA}" type="presParOf" srcId="{2B23E90B-4005-4836-9AAC-B0E38A88D059}" destId="{6A6D4982-F147-432C-9F84-28DF381A7023}" srcOrd="2" destOrd="0" presId="urn:microsoft.com/office/officeart/2018/2/layout/IconVerticalSolidList"/>
    <dgm:cxn modelId="{E4348766-1E3E-463E-BFDB-BD5D8C4997A8}" type="presParOf" srcId="{2B23E90B-4005-4836-9AAC-B0E38A88D059}" destId="{5E7286A2-F98C-46CB-A3E6-55838A605E09}" srcOrd="3" destOrd="0" presId="urn:microsoft.com/office/officeart/2018/2/layout/IconVerticalSolidList"/>
    <dgm:cxn modelId="{6C68E7CF-551C-4E67-B883-52610B1A7E6B}" type="presParOf" srcId="{D72063A1-5A7E-4CBA-A1ED-B2A1358CB334}" destId="{C3F579C1-F0B9-40BC-A1BF-07C1BFF6AA45}" srcOrd="5" destOrd="0" presId="urn:microsoft.com/office/officeart/2018/2/layout/IconVerticalSolidList"/>
    <dgm:cxn modelId="{807DAE65-FA21-4432-9BF6-0423FAED1464}" type="presParOf" srcId="{D72063A1-5A7E-4CBA-A1ED-B2A1358CB334}" destId="{56307A37-ADD5-4063-A90E-3FE83F03947C}" srcOrd="6" destOrd="0" presId="urn:microsoft.com/office/officeart/2018/2/layout/IconVerticalSolidList"/>
    <dgm:cxn modelId="{C8777D5D-7561-45C0-9A14-57FE63CA16A6}" type="presParOf" srcId="{56307A37-ADD5-4063-A90E-3FE83F03947C}" destId="{AAF04ABA-C866-45CE-B50B-ECCC3AE5B080}" srcOrd="0" destOrd="0" presId="urn:microsoft.com/office/officeart/2018/2/layout/IconVerticalSolidList"/>
    <dgm:cxn modelId="{3560D93C-1411-42E5-AC7C-E4808F1366D4}" type="presParOf" srcId="{56307A37-ADD5-4063-A90E-3FE83F03947C}" destId="{692FEB28-8A63-475F-AB09-F5DD2CDAF254}" srcOrd="1" destOrd="0" presId="urn:microsoft.com/office/officeart/2018/2/layout/IconVerticalSolidList"/>
    <dgm:cxn modelId="{01972AD2-C4C9-4CEA-A51A-432F563319D7}" type="presParOf" srcId="{56307A37-ADD5-4063-A90E-3FE83F03947C}" destId="{791A3DCB-71F3-4ED0-8EFA-F1503CE3FF71}" srcOrd="2" destOrd="0" presId="urn:microsoft.com/office/officeart/2018/2/layout/IconVerticalSolidList"/>
    <dgm:cxn modelId="{40AFD50F-9A66-41D2-943E-F25D7C01F8EB}" type="presParOf" srcId="{56307A37-ADD5-4063-A90E-3FE83F03947C}" destId="{EBF9F838-4B61-4E9C-A814-18E3A9A5632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0BD918-989C-4D9E-A903-E1092EF77B0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F313211-5DA9-4B07-8BF4-E8788AFD614F}">
      <dgm:prSet/>
      <dgm:spPr/>
      <dgm:t>
        <a:bodyPr/>
        <a:lstStyle/>
        <a:p>
          <a:r>
            <a:rPr lang="en-US"/>
            <a:t>No Persistent Cart: The cart is managed by JavaScript and likely resets upon page refresh as it lacks local/session storage or a back-end database.</a:t>
          </a:r>
        </a:p>
      </dgm:t>
    </dgm:pt>
    <dgm:pt modelId="{5D9C1198-8EF5-4057-9626-82B0695D5DD2}" type="parTrans" cxnId="{B475AD21-E32B-4B4A-8DC7-1B84C6B438B1}">
      <dgm:prSet/>
      <dgm:spPr/>
      <dgm:t>
        <a:bodyPr/>
        <a:lstStyle/>
        <a:p>
          <a:endParaRPr lang="en-US"/>
        </a:p>
      </dgm:t>
    </dgm:pt>
    <dgm:pt modelId="{61282F09-11F9-4EEE-8FB4-B390D9D1A631}" type="sibTrans" cxnId="{B475AD21-E32B-4B4A-8DC7-1B84C6B438B1}">
      <dgm:prSet/>
      <dgm:spPr/>
      <dgm:t>
        <a:bodyPr/>
        <a:lstStyle/>
        <a:p>
          <a:endParaRPr lang="en-US"/>
        </a:p>
      </dgm:t>
    </dgm:pt>
    <dgm:pt modelId="{74BFAB08-5899-4E82-856B-5F9E9E04E4B5}">
      <dgm:prSet/>
      <dgm:spPr/>
      <dgm:t>
        <a:bodyPr/>
        <a:lstStyle/>
        <a:p>
          <a:r>
            <a:rPr lang="en-US"/>
            <a:t>No Server-Side Processing: Orders cannot be actually placed, processed, or saved as there is no back-end technology (like PHP, Python, or Node.js) implemented.</a:t>
          </a:r>
        </a:p>
      </dgm:t>
    </dgm:pt>
    <dgm:pt modelId="{D34A2A4F-CC3A-4AB8-9370-7125666A560A}" type="parTrans" cxnId="{C919C86F-BADD-4D76-B22F-9673ED7F9D09}">
      <dgm:prSet/>
      <dgm:spPr/>
      <dgm:t>
        <a:bodyPr/>
        <a:lstStyle/>
        <a:p>
          <a:endParaRPr lang="en-US"/>
        </a:p>
      </dgm:t>
    </dgm:pt>
    <dgm:pt modelId="{19838067-843A-4563-97E9-5844B2975FEF}" type="sibTrans" cxnId="{C919C86F-BADD-4D76-B22F-9673ED7F9D09}">
      <dgm:prSet/>
      <dgm:spPr/>
      <dgm:t>
        <a:bodyPr/>
        <a:lstStyle/>
        <a:p>
          <a:endParaRPr lang="en-US"/>
        </a:p>
      </dgm:t>
    </dgm:pt>
    <dgm:pt modelId="{4B94228E-7FBE-4E2A-8B10-D2CD6BBB0812}">
      <dgm:prSet/>
      <dgm:spPr/>
      <dgm:t>
        <a:bodyPr/>
        <a:lstStyle/>
        <a:p>
          <a:r>
            <a:rPr lang="en-US"/>
            <a:t>Static Data: Product data is hardcoded in the HTML, requiring manual code edits for any product or price update.</a:t>
          </a:r>
        </a:p>
      </dgm:t>
    </dgm:pt>
    <dgm:pt modelId="{3C718650-70FA-4FC6-8600-60A0F884ECA0}" type="parTrans" cxnId="{48D05FE0-24AD-40BC-BF21-8C93812EC92B}">
      <dgm:prSet/>
      <dgm:spPr/>
      <dgm:t>
        <a:bodyPr/>
        <a:lstStyle/>
        <a:p>
          <a:endParaRPr lang="en-US"/>
        </a:p>
      </dgm:t>
    </dgm:pt>
    <dgm:pt modelId="{CF8AB423-483A-4754-A7F1-3B70704A2DBD}" type="sibTrans" cxnId="{48D05FE0-24AD-40BC-BF21-8C93812EC92B}">
      <dgm:prSet/>
      <dgm:spPr/>
      <dgm:t>
        <a:bodyPr/>
        <a:lstStyle/>
        <a:p>
          <a:endParaRPr lang="en-US"/>
        </a:p>
      </dgm:t>
    </dgm:pt>
    <dgm:pt modelId="{14A3A751-9C9F-4094-9812-25499BC41530}">
      <dgm:prSet/>
      <dgm:spPr/>
      <dgm:t>
        <a:bodyPr/>
        <a:lstStyle/>
        <a:p>
          <a:r>
            <a:rPr lang="en-US"/>
            <a:t>Incomplete Billing/Checkout: The current files suggest a cart page and a billing form are planned but the logic for final payment and order submission is missing.</a:t>
          </a:r>
        </a:p>
      </dgm:t>
    </dgm:pt>
    <dgm:pt modelId="{81287B90-9CB9-4464-9322-C2ACB9E5CA1D}" type="parTrans" cxnId="{3580E61E-A3A5-4B38-9E80-510773D141C8}">
      <dgm:prSet/>
      <dgm:spPr/>
      <dgm:t>
        <a:bodyPr/>
        <a:lstStyle/>
        <a:p>
          <a:endParaRPr lang="en-US"/>
        </a:p>
      </dgm:t>
    </dgm:pt>
    <dgm:pt modelId="{C936B0DB-B120-493B-AF1F-7F2446AAFECF}" type="sibTrans" cxnId="{3580E61E-A3A5-4B38-9E80-510773D141C8}">
      <dgm:prSet/>
      <dgm:spPr/>
      <dgm:t>
        <a:bodyPr/>
        <a:lstStyle/>
        <a:p>
          <a:endParaRPr lang="en-US"/>
        </a:p>
      </dgm:t>
    </dgm:pt>
    <dgm:pt modelId="{49C90F30-456A-47C7-8FA8-7274215C1357}" type="pres">
      <dgm:prSet presAssocID="{C20BD918-989C-4D9E-A903-E1092EF77B01}" presName="vert0" presStyleCnt="0">
        <dgm:presLayoutVars>
          <dgm:dir/>
          <dgm:animOne val="branch"/>
          <dgm:animLvl val="lvl"/>
        </dgm:presLayoutVars>
      </dgm:prSet>
      <dgm:spPr/>
      <dgm:t>
        <a:bodyPr/>
        <a:lstStyle/>
        <a:p>
          <a:endParaRPr lang="en-US"/>
        </a:p>
      </dgm:t>
    </dgm:pt>
    <dgm:pt modelId="{08B23738-3BC7-4CDC-A0C2-8B90DF5E8633}" type="pres">
      <dgm:prSet presAssocID="{7F313211-5DA9-4B07-8BF4-E8788AFD614F}" presName="thickLine" presStyleLbl="alignNode1" presStyleIdx="0" presStyleCnt="4"/>
      <dgm:spPr/>
    </dgm:pt>
    <dgm:pt modelId="{A7A8B932-C5FE-423C-948B-2F5E0F6CB6EE}" type="pres">
      <dgm:prSet presAssocID="{7F313211-5DA9-4B07-8BF4-E8788AFD614F}" presName="horz1" presStyleCnt="0"/>
      <dgm:spPr/>
    </dgm:pt>
    <dgm:pt modelId="{749A8342-6561-407B-A879-D2B7B6D7D9A0}" type="pres">
      <dgm:prSet presAssocID="{7F313211-5DA9-4B07-8BF4-E8788AFD614F}" presName="tx1" presStyleLbl="revTx" presStyleIdx="0" presStyleCnt="4"/>
      <dgm:spPr/>
      <dgm:t>
        <a:bodyPr/>
        <a:lstStyle/>
        <a:p>
          <a:endParaRPr lang="en-US"/>
        </a:p>
      </dgm:t>
    </dgm:pt>
    <dgm:pt modelId="{EB2947E2-EA50-4E5C-8068-3F6A58831225}" type="pres">
      <dgm:prSet presAssocID="{7F313211-5DA9-4B07-8BF4-E8788AFD614F}" presName="vert1" presStyleCnt="0"/>
      <dgm:spPr/>
    </dgm:pt>
    <dgm:pt modelId="{0531F092-A85A-469F-B6DF-3FF2D756D050}" type="pres">
      <dgm:prSet presAssocID="{74BFAB08-5899-4E82-856B-5F9E9E04E4B5}" presName="thickLine" presStyleLbl="alignNode1" presStyleIdx="1" presStyleCnt="4"/>
      <dgm:spPr/>
    </dgm:pt>
    <dgm:pt modelId="{B4DC2208-1331-4CC1-9EF4-45A0C04F231D}" type="pres">
      <dgm:prSet presAssocID="{74BFAB08-5899-4E82-856B-5F9E9E04E4B5}" presName="horz1" presStyleCnt="0"/>
      <dgm:spPr/>
    </dgm:pt>
    <dgm:pt modelId="{C77C925E-D920-4A0B-AD6F-98580B1F4AB4}" type="pres">
      <dgm:prSet presAssocID="{74BFAB08-5899-4E82-856B-5F9E9E04E4B5}" presName="tx1" presStyleLbl="revTx" presStyleIdx="1" presStyleCnt="4"/>
      <dgm:spPr/>
      <dgm:t>
        <a:bodyPr/>
        <a:lstStyle/>
        <a:p>
          <a:endParaRPr lang="en-US"/>
        </a:p>
      </dgm:t>
    </dgm:pt>
    <dgm:pt modelId="{5447C25D-262F-4FC6-8A09-7A0879F41AFA}" type="pres">
      <dgm:prSet presAssocID="{74BFAB08-5899-4E82-856B-5F9E9E04E4B5}" presName="vert1" presStyleCnt="0"/>
      <dgm:spPr/>
    </dgm:pt>
    <dgm:pt modelId="{EE96EF52-AC88-4A69-B483-53D43BB2D2DB}" type="pres">
      <dgm:prSet presAssocID="{4B94228E-7FBE-4E2A-8B10-D2CD6BBB0812}" presName="thickLine" presStyleLbl="alignNode1" presStyleIdx="2" presStyleCnt="4"/>
      <dgm:spPr/>
    </dgm:pt>
    <dgm:pt modelId="{950FC1CB-DA06-4EE6-B312-CAA1C04CA29B}" type="pres">
      <dgm:prSet presAssocID="{4B94228E-7FBE-4E2A-8B10-D2CD6BBB0812}" presName="horz1" presStyleCnt="0"/>
      <dgm:spPr/>
    </dgm:pt>
    <dgm:pt modelId="{7B91778E-0FF9-4E07-8FF7-A7DA0F66DDBA}" type="pres">
      <dgm:prSet presAssocID="{4B94228E-7FBE-4E2A-8B10-D2CD6BBB0812}" presName="tx1" presStyleLbl="revTx" presStyleIdx="2" presStyleCnt="4"/>
      <dgm:spPr/>
      <dgm:t>
        <a:bodyPr/>
        <a:lstStyle/>
        <a:p>
          <a:endParaRPr lang="en-US"/>
        </a:p>
      </dgm:t>
    </dgm:pt>
    <dgm:pt modelId="{25676A3C-1000-4239-A192-0131EDF910DC}" type="pres">
      <dgm:prSet presAssocID="{4B94228E-7FBE-4E2A-8B10-D2CD6BBB0812}" presName="vert1" presStyleCnt="0"/>
      <dgm:spPr/>
    </dgm:pt>
    <dgm:pt modelId="{03A6DB5B-3388-49FB-BF94-FC0D8F57C2FA}" type="pres">
      <dgm:prSet presAssocID="{14A3A751-9C9F-4094-9812-25499BC41530}" presName="thickLine" presStyleLbl="alignNode1" presStyleIdx="3" presStyleCnt="4"/>
      <dgm:spPr/>
    </dgm:pt>
    <dgm:pt modelId="{39824F85-9090-497D-9567-D1ABFE5535B1}" type="pres">
      <dgm:prSet presAssocID="{14A3A751-9C9F-4094-9812-25499BC41530}" presName="horz1" presStyleCnt="0"/>
      <dgm:spPr/>
    </dgm:pt>
    <dgm:pt modelId="{2858A0CB-9CA7-442E-893A-DFD8C59DF9EE}" type="pres">
      <dgm:prSet presAssocID="{14A3A751-9C9F-4094-9812-25499BC41530}" presName="tx1" presStyleLbl="revTx" presStyleIdx="3" presStyleCnt="4"/>
      <dgm:spPr/>
      <dgm:t>
        <a:bodyPr/>
        <a:lstStyle/>
        <a:p>
          <a:endParaRPr lang="en-US"/>
        </a:p>
      </dgm:t>
    </dgm:pt>
    <dgm:pt modelId="{11D37A8E-8A55-44CC-B1CB-79BAE753ADBB}" type="pres">
      <dgm:prSet presAssocID="{14A3A751-9C9F-4094-9812-25499BC41530}" presName="vert1" presStyleCnt="0"/>
      <dgm:spPr/>
    </dgm:pt>
  </dgm:ptLst>
  <dgm:cxnLst>
    <dgm:cxn modelId="{5F87470C-A493-4CEB-A3C3-5B98C4F7E21D}" type="presOf" srcId="{14A3A751-9C9F-4094-9812-25499BC41530}" destId="{2858A0CB-9CA7-442E-893A-DFD8C59DF9EE}" srcOrd="0" destOrd="0" presId="urn:microsoft.com/office/officeart/2008/layout/LinedList"/>
    <dgm:cxn modelId="{88B1E457-8BF3-4AA4-B437-5D157F3CAC45}" type="presOf" srcId="{7F313211-5DA9-4B07-8BF4-E8788AFD614F}" destId="{749A8342-6561-407B-A879-D2B7B6D7D9A0}" srcOrd="0" destOrd="0" presId="urn:microsoft.com/office/officeart/2008/layout/LinedList"/>
    <dgm:cxn modelId="{30450669-5B97-416F-A723-912BC7A3CAA2}" type="presOf" srcId="{C20BD918-989C-4D9E-A903-E1092EF77B01}" destId="{49C90F30-456A-47C7-8FA8-7274215C1357}" srcOrd="0" destOrd="0" presId="urn:microsoft.com/office/officeart/2008/layout/LinedList"/>
    <dgm:cxn modelId="{961970A0-5503-4C26-BCD4-741CCC2C073F}" type="presOf" srcId="{4B94228E-7FBE-4E2A-8B10-D2CD6BBB0812}" destId="{7B91778E-0FF9-4E07-8FF7-A7DA0F66DDBA}" srcOrd="0" destOrd="0" presId="urn:microsoft.com/office/officeart/2008/layout/LinedList"/>
    <dgm:cxn modelId="{3580E61E-A3A5-4B38-9E80-510773D141C8}" srcId="{C20BD918-989C-4D9E-A903-E1092EF77B01}" destId="{14A3A751-9C9F-4094-9812-25499BC41530}" srcOrd="3" destOrd="0" parTransId="{81287B90-9CB9-4464-9322-C2ACB9E5CA1D}" sibTransId="{C936B0DB-B120-493B-AF1F-7F2446AAFECF}"/>
    <dgm:cxn modelId="{48D05FE0-24AD-40BC-BF21-8C93812EC92B}" srcId="{C20BD918-989C-4D9E-A903-E1092EF77B01}" destId="{4B94228E-7FBE-4E2A-8B10-D2CD6BBB0812}" srcOrd="2" destOrd="0" parTransId="{3C718650-70FA-4FC6-8600-60A0F884ECA0}" sibTransId="{CF8AB423-483A-4754-A7F1-3B70704A2DBD}"/>
    <dgm:cxn modelId="{B475AD21-E32B-4B4A-8DC7-1B84C6B438B1}" srcId="{C20BD918-989C-4D9E-A903-E1092EF77B01}" destId="{7F313211-5DA9-4B07-8BF4-E8788AFD614F}" srcOrd="0" destOrd="0" parTransId="{5D9C1198-8EF5-4057-9626-82B0695D5DD2}" sibTransId="{61282F09-11F9-4EEE-8FB4-B390D9D1A631}"/>
    <dgm:cxn modelId="{C919C86F-BADD-4D76-B22F-9673ED7F9D09}" srcId="{C20BD918-989C-4D9E-A903-E1092EF77B01}" destId="{74BFAB08-5899-4E82-856B-5F9E9E04E4B5}" srcOrd="1" destOrd="0" parTransId="{D34A2A4F-CC3A-4AB8-9370-7125666A560A}" sibTransId="{19838067-843A-4563-97E9-5844B2975FEF}"/>
    <dgm:cxn modelId="{9A63C350-E680-44A5-9D87-56BE28E749A8}" type="presOf" srcId="{74BFAB08-5899-4E82-856B-5F9E9E04E4B5}" destId="{C77C925E-D920-4A0B-AD6F-98580B1F4AB4}" srcOrd="0" destOrd="0" presId="urn:microsoft.com/office/officeart/2008/layout/LinedList"/>
    <dgm:cxn modelId="{87A51B2E-DA10-4C28-84F1-B888905867C0}" type="presParOf" srcId="{49C90F30-456A-47C7-8FA8-7274215C1357}" destId="{08B23738-3BC7-4CDC-A0C2-8B90DF5E8633}" srcOrd="0" destOrd="0" presId="urn:microsoft.com/office/officeart/2008/layout/LinedList"/>
    <dgm:cxn modelId="{2A189848-E2D7-4791-B313-263D4FE0E718}" type="presParOf" srcId="{49C90F30-456A-47C7-8FA8-7274215C1357}" destId="{A7A8B932-C5FE-423C-948B-2F5E0F6CB6EE}" srcOrd="1" destOrd="0" presId="urn:microsoft.com/office/officeart/2008/layout/LinedList"/>
    <dgm:cxn modelId="{2EC4DFDB-AAB9-42D7-B29B-79524B23852D}" type="presParOf" srcId="{A7A8B932-C5FE-423C-948B-2F5E0F6CB6EE}" destId="{749A8342-6561-407B-A879-D2B7B6D7D9A0}" srcOrd="0" destOrd="0" presId="urn:microsoft.com/office/officeart/2008/layout/LinedList"/>
    <dgm:cxn modelId="{9CD75376-A6EE-4D04-81DD-FC03590284A4}" type="presParOf" srcId="{A7A8B932-C5FE-423C-948B-2F5E0F6CB6EE}" destId="{EB2947E2-EA50-4E5C-8068-3F6A58831225}" srcOrd="1" destOrd="0" presId="urn:microsoft.com/office/officeart/2008/layout/LinedList"/>
    <dgm:cxn modelId="{9A841320-2414-4563-A062-7D61283872AA}" type="presParOf" srcId="{49C90F30-456A-47C7-8FA8-7274215C1357}" destId="{0531F092-A85A-469F-B6DF-3FF2D756D050}" srcOrd="2" destOrd="0" presId="urn:microsoft.com/office/officeart/2008/layout/LinedList"/>
    <dgm:cxn modelId="{4B0E26FF-CDAE-459F-A902-74248C08E196}" type="presParOf" srcId="{49C90F30-456A-47C7-8FA8-7274215C1357}" destId="{B4DC2208-1331-4CC1-9EF4-45A0C04F231D}" srcOrd="3" destOrd="0" presId="urn:microsoft.com/office/officeart/2008/layout/LinedList"/>
    <dgm:cxn modelId="{0623E733-6D3C-4A15-A564-4119F9D26902}" type="presParOf" srcId="{B4DC2208-1331-4CC1-9EF4-45A0C04F231D}" destId="{C77C925E-D920-4A0B-AD6F-98580B1F4AB4}" srcOrd="0" destOrd="0" presId="urn:microsoft.com/office/officeart/2008/layout/LinedList"/>
    <dgm:cxn modelId="{1BE38B24-8219-4D24-B664-4808D241E9AE}" type="presParOf" srcId="{B4DC2208-1331-4CC1-9EF4-45A0C04F231D}" destId="{5447C25D-262F-4FC6-8A09-7A0879F41AFA}" srcOrd="1" destOrd="0" presId="urn:microsoft.com/office/officeart/2008/layout/LinedList"/>
    <dgm:cxn modelId="{7362F2B8-8A17-453B-826A-151A2E7A9571}" type="presParOf" srcId="{49C90F30-456A-47C7-8FA8-7274215C1357}" destId="{EE96EF52-AC88-4A69-B483-53D43BB2D2DB}" srcOrd="4" destOrd="0" presId="urn:microsoft.com/office/officeart/2008/layout/LinedList"/>
    <dgm:cxn modelId="{180D4DDB-03D6-4235-85F1-3F43C87C3761}" type="presParOf" srcId="{49C90F30-456A-47C7-8FA8-7274215C1357}" destId="{950FC1CB-DA06-4EE6-B312-CAA1C04CA29B}" srcOrd="5" destOrd="0" presId="urn:microsoft.com/office/officeart/2008/layout/LinedList"/>
    <dgm:cxn modelId="{51FEEE67-BB97-4187-BEFB-91ACE29ED0AF}" type="presParOf" srcId="{950FC1CB-DA06-4EE6-B312-CAA1C04CA29B}" destId="{7B91778E-0FF9-4E07-8FF7-A7DA0F66DDBA}" srcOrd="0" destOrd="0" presId="urn:microsoft.com/office/officeart/2008/layout/LinedList"/>
    <dgm:cxn modelId="{AEA540DD-6A25-4AA8-A317-2FA938257CAE}" type="presParOf" srcId="{950FC1CB-DA06-4EE6-B312-CAA1C04CA29B}" destId="{25676A3C-1000-4239-A192-0131EDF910DC}" srcOrd="1" destOrd="0" presId="urn:microsoft.com/office/officeart/2008/layout/LinedList"/>
    <dgm:cxn modelId="{B9904504-8BC0-482C-9275-F98AE666E715}" type="presParOf" srcId="{49C90F30-456A-47C7-8FA8-7274215C1357}" destId="{03A6DB5B-3388-49FB-BF94-FC0D8F57C2FA}" srcOrd="6" destOrd="0" presId="urn:microsoft.com/office/officeart/2008/layout/LinedList"/>
    <dgm:cxn modelId="{EA6E6817-EA50-4035-BB74-ECC587335275}" type="presParOf" srcId="{49C90F30-456A-47C7-8FA8-7274215C1357}" destId="{39824F85-9090-497D-9567-D1ABFE5535B1}" srcOrd="7" destOrd="0" presId="urn:microsoft.com/office/officeart/2008/layout/LinedList"/>
    <dgm:cxn modelId="{9970F242-B7AA-4B23-96A5-C356E896428C}" type="presParOf" srcId="{39824F85-9090-497D-9567-D1ABFE5535B1}" destId="{2858A0CB-9CA7-442E-893A-DFD8C59DF9EE}" srcOrd="0" destOrd="0" presId="urn:microsoft.com/office/officeart/2008/layout/LinedList"/>
    <dgm:cxn modelId="{6F6DB3C8-D05C-42ED-89B9-73DA8193A2BC}" type="presParOf" srcId="{39824F85-9090-497D-9567-D1ABFE5535B1}" destId="{11D37A8E-8A55-44CC-B1CB-79BAE753ADB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1A55AC5-4670-4CEA-B684-B32BE5DBB61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06C1941-DC8F-45AE-A9F8-A727E731C7F7}">
      <dgm:prSet/>
      <dgm:spPr/>
      <dgm:t>
        <a:bodyPr/>
        <a:lstStyle/>
        <a:p>
          <a:r>
            <a:rPr lang="en-US"/>
            <a:t>Implement Local Storage: Use JavaScript's localStorage to make the cart persistent across browser sessions.</a:t>
          </a:r>
        </a:p>
      </dgm:t>
    </dgm:pt>
    <dgm:pt modelId="{93F6A839-6DD3-4E72-BF35-32547B39A330}" type="parTrans" cxnId="{31B0AC71-4E96-4CE1-9F56-E2C083B460AC}">
      <dgm:prSet/>
      <dgm:spPr/>
      <dgm:t>
        <a:bodyPr/>
        <a:lstStyle/>
        <a:p>
          <a:endParaRPr lang="en-US"/>
        </a:p>
      </dgm:t>
    </dgm:pt>
    <dgm:pt modelId="{77BF521C-78FA-41BA-9FF7-5FBF680452F7}" type="sibTrans" cxnId="{31B0AC71-4E96-4CE1-9F56-E2C083B460AC}">
      <dgm:prSet/>
      <dgm:spPr/>
      <dgm:t>
        <a:bodyPr/>
        <a:lstStyle/>
        <a:p>
          <a:endParaRPr lang="en-US"/>
        </a:p>
      </dgm:t>
    </dgm:pt>
    <dgm:pt modelId="{66D17721-6D3D-4E56-9961-E5220E06D672}">
      <dgm:prSet/>
      <dgm:spPr/>
      <dgm:t>
        <a:bodyPr/>
        <a:lstStyle/>
        <a:p>
          <a:r>
            <a:rPr lang="en-US"/>
            <a:t>Back-end Integration: Integrate a back-end (e.g., Node.js/Express, MongoDB) to manage product data dynamically, save user orders, and handle payment processing.</a:t>
          </a:r>
        </a:p>
      </dgm:t>
    </dgm:pt>
    <dgm:pt modelId="{E218BDE1-7819-4EE1-ADA3-EB0B318DFDED}" type="parTrans" cxnId="{1A06F6EA-0E02-476E-864F-8324382CCE0A}">
      <dgm:prSet/>
      <dgm:spPr/>
      <dgm:t>
        <a:bodyPr/>
        <a:lstStyle/>
        <a:p>
          <a:endParaRPr lang="en-US"/>
        </a:p>
      </dgm:t>
    </dgm:pt>
    <dgm:pt modelId="{4BCBCD48-9B3F-4D9A-BCA4-A4AC885737A3}" type="sibTrans" cxnId="{1A06F6EA-0E02-476E-864F-8324382CCE0A}">
      <dgm:prSet/>
      <dgm:spPr/>
      <dgm:t>
        <a:bodyPr/>
        <a:lstStyle/>
        <a:p>
          <a:endParaRPr lang="en-US"/>
        </a:p>
      </dgm:t>
    </dgm:pt>
    <dgm:pt modelId="{E6A08B44-E890-4065-9985-354921ED5147}">
      <dgm:prSet/>
      <dgm:spPr/>
      <dgm:t>
        <a:bodyPr/>
        <a:lstStyle/>
        <a:p>
          <a:r>
            <a:rPr lang="en-US"/>
            <a:t>User Authentication: Add login/registration features for returning customers to save their preferences and order history.</a:t>
          </a:r>
        </a:p>
      </dgm:t>
    </dgm:pt>
    <dgm:pt modelId="{215D03D9-0252-45AF-A00F-B804BF758513}" type="parTrans" cxnId="{55F1622B-CFC5-4788-BF19-FE1606C54982}">
      <dgm:prSet/>
      <dgm:spPr/>
      <dgm:t>
        <a:bodyPr/>
        <a:lstStyle/>
        <a:p>
          <a:endParaRPr lang="en-US"/>
        </a:p>
      </dgm:t>
    </dgm:pt>
    <dgm:pt modelId="{BA5EFDE7-18E0-459C-A4B6-E7463461AB6B}" type="sibTrans" cxnId="{55F1622B-CFC5-4788-BF19-FE1606C54982}">
      <dgm:prSet/>
      <dgm:spPr/>
      <dgm:t>
        <a:bodyPr/>
        <a:lstStyle/>
        <a:p>
          <a:endParaRPr lang="en-US"/>
        </a:p>
      </dgm:t>
    </dgm:pt>
    <dgm:pt modelId="{86E75E08-9B49-43BE-88F9-20B7FAF7ACE2}">
      <dgm:prSet/>
      <dgm:spPr/>
      <dgm:t>
        <a:bodyPr/>
        <a:lstStyle/>
        <a:p>
          <a:r>
            <a:rPr lang="en-US"/>
            <a:t>Admin Panel: Create a separate interface for the bakery owner to update the menu, manage inventory, and track orders.</a:t>
          </a:r>
        </a:p>
      </dgm:t>
    </dgm:pt>
    <dgm:pt modelId="{E9C2803B-07AB-451D-9978-AA8965FE041C}" type="parTrans" cxnId="{C1BEF686-64E7-4850-A8DC-BC689ED4E735}">
      <dgm:prSet/>
      <dgm:spPr/>
      <dgm:t>
        <a:bodyPr/>
        <a:lstStyle/>
        <a:p>
          <a:endParaRPr lang="en-US"/>
        </a:p>
      </dgm:t>
    </dgm:pt>
    <dgm:pt modelId="{0548C20B-FB74-4CED-9C07-46F2F83B8362}" type="sibTrans" cxnId="{C1BEF686-64E7-4850-A8DC-BC689ED4E735}">
      <dgm:prSet/>
      <dgm:spPr/>
      <dgm:t>
        <a:bodyPr/>
        <a:lstStyle/>
        <a:p>
          <a:endParaRPr lang="en-US"/>
        </a:p>
      </dgm:t>
    </dgm:pt>
    <dgm:pt modelId="{21A74055-983A-4D81-B1A7-26B14DBF7A4C}" type="pres">
      <dgm:prSet presAssocID="{01A55AC5-4670-4CEA-B684-B32BE5DBB616}" presName="root" presStyleCnt="0">
        <dgm:presLayoutVars>
          <dgm:dir/>
          <dgm:resizeHandles val="exact"/>
        </dgm:presLayoutVars>
      </dgm:prSet>
      <dgm:spPr/>
      <dgm:t>
        <a:bodyPr/>
        <a:lstStyle/>
        <a:p>
          <a:endParaRPr lang="en-US"/>
        </a:p>
      </dgm:t>
    </dgm:pt>
    <dgm:pt modelId="{1BD5842C-A526-4D22-9F4A-98930827EF74}" type="pres">
      <dgm:prSet presAssocID="{F06C1941-DC8F-45AE-A9F8-A727E731C7F7}" presName="compNode" presStyleCnt="0"/>
      <dgm:spPr/>
    </dgm:pt>
    <dgm:pt modelId="{60833976-2754-4696-9720-63D21D76FDAB}" type="pres">
      <dgm:prSet presAssocID="{F06C1941-DC8F-45AE-A9F8-A727E731C7F7}" presName="bgRect" presStyleLbl="bgShp" presStyleIdx="0" presStyleCnt="4"/>
      <dgm:spPr/>
    </dgm:pt>
    <dgm:pt modelId="{D56769E5-7C14-4848-9ECD-6DDE3C889091}" type="pres">
      <dgm:prSet presAssocID="{F06C1941-DC8F-45AE-A9F8-A727E731C7F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Web Design"/>
        </a:ext>
      </dgm:extLst>
    </dgm:pt>
    <dgm:pt modelId="{6395D2DC-FDE9-4B96-9E7B-6E4EC9788CA7}" type="pres">
      <dgm:prSet presAssocID="{F06C1941-DC8F-45AE-A9F8-A727E731C7F7}" presName="spaceRect" presStyleCnt="0"/>
      <dgm:spPr/>
    </dgm:pt>
    <dgm:pt modelId="{8A072F1C-1307-4AE4-BBEB-439A69892045}" type="pres">
      <dgm:prSet presAssocID="{F06C1941-DC8F-45AE-A9F8-A727E731C7F7}" presName="parTx" presStyleLbl="revTx" presStyleIdx="0" presStyleCnt="4">
        <dgm:presLayoutVars>
          <dgm:chMax val="0"/>
          <dgm:chPref val="0"/>
        </dgm:presLayoutVars>
      </dgm:prSet>
      <dgm:spPr/>
      <dgm:t>
        <a:bodyPr/>
        <a:lstStyle/>
        <a:p>
          <a:endParaRPr lang="en-US"/>
        </a:p>
      </dgm:t>
    </dgm:pt>
    <dgm:pt modelId="{85D9E63E-1851-4575-8DE5-9ACE3EBD90DA}" type="pres">
      <dgm:prSet presAssocID="{77BF521C-78FA-41BA-9FF7-5FBF680452F7}" presName="sibTrans" presStyleCnt="0"/>
      <dgm:spPr/>
    </dgm:pt>
    <dgm:pt modelId="{8DDE615E-BBCE-478E-9FFC-7EF13B7B7988}" type="pres">
      <dgm:prSet presAssocID="{66D17721-6D3D-4E56-9961-E5220E06D672}" presName="compNode" presStyleCnt="0"/>
      <dgm:spPr/>
    </dgm:pt>
    <dgm:pt modelId="{A6616AFD-5B6F-4B07-9921-69CECC3B8FD1}" type="pres">
      <dgm:prSet presAssocID="{66D17721-6D3D-4E56-9961-E5220E06D672}" presName="bgRect" presStyleLbl="bgShp" presStyleIdx="1" presStyleCnt="4"/>
      <dgm:spPr/>
    </dgm:pt>
    <dgm:pt modelId="{8084CBE2-CC10-4A84-8189-0CC874B96E94}" type="pres">
      <dgm:prSet presAssocID="{66D17721-6D3D-4E56-9961-E5220E06D67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Database"/>
        </a:ext>
      </dgm:extLst>
    </dgm:pt>
    <dgm:pt modelId="{7AC07DE1-C2D5-4AAE-9279-3EA0F40FA454}" type="pres">
      <dgm:prSet presAssocID="{66D17721-6D3D-4E56-9961-E5220E06D672}" presName="spaceRect" presStyleCnt="0"/>
      <dgm:spPr/>
    </dgm:pt>
    <dgm:pt modelId="{6320DF27-18A6-44C5-B357-1C22F20F028C}" type="pres">
      <dgm:prSet presAssocID="{66D17721-6D3D-4E56-9961-E5220E06D672}" presName="parTx" presStyleLbl="revTx" presStyleIdx="1" presStyleCnt="4">
        <dgm:presLayoutVars>
          <dgm:chMax val="0"/>
          <dgm:chPref val="0"/>
        </dgm:presLayoutVars>
      </dgm:prSet>
      <dgm:spPr/>
      <dgm:t>
        <a:bodyPr/>
        <a:lstStyle/>
        <a:p>
          <a:endParaRPr lang="en-US"/>
        </a:p>
      </dgm:t>
    </dgm:pt>
    <dgm:pt modelId="{5F8910BD-C8ED-4DD0-BDE8-0B53CC97598C}" type="pres">
      <dgm:prSet presAssocID="{4BCBCD48-9B3F-4D9A-BCA4-A4AC885737A3}" presName="sibTrans" presStyleCnt="0"/>
      <dgm:spPr/>
    </dgm:pt>
    <dgm:pt modelId="{ADBF2534-9B08-475A-A9F2-98D46B6DE07D}" type="pres">
      <dgm:prSet presAssocID="{E6A08B44-E890-4065-9985-354921ED5147}" presName="compNode" presStyleCnt="0"/>
      <dgm:spPr/>
    </dgm:pt>
    <dgm:pt modelId="{A58E384A-741A-4B7D-BC28-F03C1BC4B3FE}" type="pres">
      <dgm:prSet presAssocID="{E6A08B44-E890-4065-9985-354921ED5147}" presName="bgRect" presStyleLbl="bgShp" presStyleIdx="2" presStyleCnt="4"/>
      <dgm:spPr/>
    </dgm:pt>
    <dgm:pt modelId="{43650486-EEB2-4633-A866-4BE9FC1D598B}" type="pres">
      <dgm:prSet presAssocID="{E6A08B44-E890-4065-9985-354921ED514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Unlock"/>
        </a:ext>
      </dgm:extLst>
    </dgm:pt>
    <dgm:pt modelId="{23365A8A-AFFC-48BF-BCB0-688A6D7A1ACD}" type="pres">
      <dgm:prSet presAssocID="{E6A08B44-E890-4065-9985-354921ED5147}" presName="spaceRect" presStyleCnt="0"/>
      <dgm:spPr/>
    </dgm:pt>
    <dgm:pt modelId="{0C2094C6-0938-43C6-93C8-49BAB8E58578}" type="pres">
      <dgm:prSet presAssocID="{E6A08B44-E890-4065-9985-354921ED5147}" presName="parTx" presStyleLbl="revTx" presStyleIdx="2" presStyleCnt="4">
        <dgm:presLayoutVars>
          <dgm:chMax val="0"/>
          <dgm:chPref val="0"/>
        </dgm:presLayoutVars>
      </dgm:prSet>
      <dgm:spPr/>
      <dgm:t>
        <a:bodyPr/>
        <a:lstStyle/>
        <a:p>
          <a:endParaRPr lang="en-US"/>
        </a:p>
      </dgm:t>
    </dgm:pt>
    <dgm:pt modelId="{602B06CC-420B-4B0D-A11C-FD54424FBD3C}" type="pres">
      <dgm:prSet presAssocID="{BA5EFDE7-18E0-459C-A4B6-E7463461AB6B}" presName="sibTrans" presStyleCnt="0"/>
      <dgm:spPr/>
    </dgm:pt>
    <dgm:pt modelId="{3EC94DEF-3286-4188-9CF6-C1E70563C4A8}" type="pres">
      <dgm:prSet presAssocID="{86E75E08-9B49-43BE-88F9-20B7FAF7ACE2}" presName="compNode" presStyleCnt="0"/>
      <dgm:spPr/>
    </dgm:pt>
    <dgm:pt modelId="{DB7034DA-0340-4982-9877-11A266496373}" type="pres">
      <dgm:prSet presAssocID="{86E75E08-9B49-43BE-88F9-20B7FAF7ACE2}" presName="bgRect" presStyleLbl="bgShp" presStyleIdx="3" presStyleCnt="4"/>
      <dgm:spPr/>
    </dgm:pt>
    <dgm:pt modelId="{C5D056F0-8F2B-42D7-9D72-1A2D2A69A417}" type="pres">
      <dgm:prSet presAssocID="{86E75E08-9B49-43BE-88F9-20B7FAF7ACE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id="0" name="" descr="Chef"/>
        </a:ext>
      </dgm:extLst>
    </dgm:pt>
    <dgm:pt modelId="{6B3505EB-B3C5-42A4-9924-274E2ADD83C4}" type="pres">
      <dgm:prSet presAssocID="{86E75E08-9B49-43BE-88F9-20B7FAF7ACE2}" presName="spaceRect" presStyleCnt="0"/>
      <dgm:spPr/>
    </dgm:pt>
    <dgm:pt modelId="{6D61897E-6C83-429B-BFD0-25C81C5F1D92}" type="pres">
      <dgm:prSet presAssocID="{86E75E08-9B49-43BE-88F9-20B7FAF7ACE2}" presName="parTx" presStyleLbl="revTx" presStyleIdx="3" presStyleCnt="4">
        <dgm:presLayoutVars>
          <dgm:chMax val="0"/>
          <dgm:chPref val="0"/>
        </dgm:presLayoutVars>
      </dgm:prSet>
      <dgm:spPr/>
      <dgm:t>
        <a:bodyPr/>
        <a:lstStyle/>
        <a:p>
          <a:endParaRPr lang="en-US"/>
        </a:p>
      </dgm:t>
    </dgm:pt>
  </dgm:ptLst>
  <dgm:cxnLst>
    <dgm:cxn modelId="{B4349D3F-DE94-456B-9CE0-BC370E5E8035}" type="presOf" srcId="{01A55AC5-4670-4CEA-B684-B32BE5DBB616}" destId="{21A74055-983A-4D81-B1A7-26B14DBF7A4C}" srcOrd="0" destOrd="0" presId="urn:microsoft.com/office/officeart/2018/2/layout/IconVerticalSolidList"/>
    <dgm:cxn modelId="{1A06F6EA-0E02-476E-864F-8324382CCE0A}" srcId="{01A55AC5-4670-4CEA-B684-B32BE5DBB616}" destId="{66D17721-6D3D-4E56-9961-E5220E06D672}" srcOrd="1" destOrd="0" parTransId="{E218BDE1-7819-4EE1-ADA3-EB0B318DFDED}" sibTransId="{4BCBCD48-9B3F-4D9A-BCA4-A4AC885737A3}"/>
    <dgm:cxn modelId="{55F1622B-CFC5-4788-BF19-FE1606C54982}" srcId="{01A55AC5-4670-4CEA-B684-B32BE5DBB616}" destId="{E6A08B44-E890-4065-9985-354921ED5147}" srcOrd="2" destOrd="0" parTransId="{215D03D9-0252-45AF-A00F-B804BF758513}" sibTransId="{BA5EFDE7-18E0-459C-A4B6-E7463461AB6B}"/>
    <dgm:cxn modelId="{EA12F395-C7E8-4368-B00B-1F7E3980955B}" type="presOf" srcId="{F06C1941-DC8F-45AE-A9F8-A727E731C7F7}" destId="{8A072F1C-1307-4AE4-BBEB-439A69892045}" srcOrd="0" destOrd="0" presId="urn:microsoft.com/office/officeart/2018/2/layout/IconVerticalSolidList"/>
    <dgm:cxn modelId="{7EA259D8-F748-4D32-BF8A-4AF76838E292}" type="presOf" srcId="{86E75E08-9B49-43BE-88F9-20B7FAF7ACE2}" destId="{6D61897E-6C83-429B-BFD0-25C81C5F1D92}" srcOrd="0" destOrd="0" presId="urn:microsoft.com/office/officeart/2018/2/layout/IconVerticalSolidList"/>
    <dgm:cxn modelId="{C1BEF686-64E7-4850-A8DC-BC689ED4E735}" srcId="{01A55AC5-4670-4CEA-B684-B32BE5DBB616}" destId="{86E75E08-9B49-43BE-88F9-20B7FAF7ACE2}" srcOrd="3" destOrd="0" parTransId="{E9C2803B-07AB-451D-9978-AA8965FE041C}" sibTransId="{0548C20B-FB74-4CED-9C07-46F2F83B8362}"/>
    <dgm:cxn modelId="{2C46BCFC-4A6B-4775-80D9-C6A6D1562674}" type="presOf" srcId="{E6A08B44-E890-4065-9985-354921ED5147}" destId="{0C2094C6-0938-43C6-93C8-49BAB8E58578}" srcOrd="0" destOrd="0" presId="urn:microsoft.com/office/officeart/2018/2/layout/IconVerticalSolidList"/>
    <dgm:cxn modelId="{31B0AC71-4E96-4CE1-9F56-E2C083B460AC}" srcId="{01A55AC5-4670-4CEA-B684-B32BE5DBB616}" destId="{F06C1941-DC8F-45AE-A9F8-A727E731C7F7}" srcOrd="0" destOrd="0" parTransId="{93F6A839-6DD3-4E72-BF35-32547B39A330}" sibTransId="{77BF521C-78FA-41BA-9FF7-5FBF680452F7}"/>
    <dgm:cxn modelId="{761E9269-7D1F-4EDC-9A8A-E2106F198E38}" type="presOf" srcId="{66D17721-6D3D-4E56-9961-E5220E06D672}" destId="{6320DF27-18A6-44C5-B357-1C22F20F028C}" srcOrd="0" destOrd="0" presId="urn:microsoft.com/office/officeart/2018/2/layout/IconVerticalSolidList"/>
    <dgm:cxn modelId="{A51F69B9-1DAE-4075-9F78-17AFBE6FCF20}" type="presParOf" srcId="{21A74055-983A-4D81-B1A7-26B14DBF7A4C}" destId="{1BD5842C-A526-4D22-9F4A-98930827EF74}" srcOrd="0" destOrd="0" presId="urn:microsoft.com/office/officeart/2018/2/layout/IconVerticalSolidList"/>
    <dgm:cxn modelId="{49C57B03-FB8E-41C0-8D1E-3530174948A3}" type="presParOf" srcId="{1BD5842C-A526-4D22-9F4A-98930827EF74}" destId="{60833976-2754-4696-9720-63D21D76FDAB}" srcOrd="0" destOrd="0" presId="urn:microsoft.com/office/officeart/2018/2/layout/IconVerticalSolidList"/>
    <dgm:cxn modelId="{4557B09E-358D-4CAC-9C8E-097ADCE30652}" type="presParOf" srcId="{1BD5842C-A526-4D22-9F4A-98930827EF74}" destId="{D56769E5-7C14-4848-9ECD-6DDE3C889091}" srcOrd="1" destOrd="0" presId="urn:microsoft.com/office/officeart/2018/2/layout/IconVerticalSolidList"/>
    <dgm:cxn modelId="{910602DC-D256-4D3D-A8E4-A07F0AB97044}" type="presParOf" srcId="{1BD5842C-A526-4D22-9F4A-98930827EF74}" destId="{6395D2DC-FDE9-4B96-9E7B-6E4EC9788CA7}" srcOrd="2" destOrd="0" presId="urn:microsoft.com/office/officeart/2018/2/layout/IconVerticalSolidList"/>
    <dgm:cxn modelId="{ED5CBF04-B75E-4B76-AA8C-3613DD122EF4}" type="presParOf" srcId="{1BD5842C-A526-4D22-9F4A-98930827EF74}" destId="{8A072F1C-1307-4AE4-BBEB-439A69892045}" srcOrd="3" destOrd="0" presId="urn:microsoft.com/office/officeart/2018/2/layout/IconVerticalSolidList"/>
    <dgm:cxn modelId="{4773B62B-A035-4C38-9615-676F909DAD53}" type="presParOf" srcId="{21A74055-983A-4D81-B1A7-26B14DBF7A4C}" destId="{85D9E63E-1851-4575-8DE5-9ACE3EBD90DA}" srcOrd="1" destOrd="0" presId="urn:microsoft.com/office/officeart/2018/2/layout/IconVerticalSolidList"/>
    <dgm:cxn modelId="{C3948F56-48A1-4ADA-BA68-D6E41D428537}" type="presParOf" srcId="{21A74055-983A-4D81-B1A7-26B14DBF7A4C}" destId="{8DDE615E-BBCE-478E-9FFC-7EF13B7B7988}" srcOrd="2" destOrd="0" presId="urn:microsoft.com/office/officeart/2018/2/layout/IconVerticalSolidList"/>
    <dgm:cxn modelId="{EB5F7B77-F216-44D3-8F35-6939A4B09915}" type="presParOf" srcId="{8DDE615E-BBCE-478E-9FFC-7EF13B7B7988}" destId="{A6616AFD-5B6F-4B07-9921-69CECC3B8FD1}" srcOrd="0" destOrd="0" presId="urn:microsoft.com/office/officeart/2018/2/layout/IconVerticalSolidList"/>
    <dgm:cxn modelId="{83C58028-41AC-44D5-97BD-EA5F4AADCB55}" type="presParOf" srcId="{8DDE615E-BBCE-478E-9FFC-7EF13B7B7988}" destId="{8084CBE2-CC10-4A84-8189-0CC874B96E94}" srcOrd="1" destOrd="0" presId="urn:microsoft.com/office/officeart/2018/2/layout/IconVerticalSolidList"/>
    <dgm:cxn modelId="{C1D0AE18-686F-4A7D-886A-A0CA48F2B3C5}" type="presParOf" srcId="{8DDE615E-BBCE-478E-9FFC-7EF13B7B7988}" destId="{7AC07DE1-C2D5-4AAE-9279-3EA0F40FA454}" srcOrd="2" destOrd="0" presId="urn:microsoft.com/office/officeart/2018/2/layout/IconVerticalSolidList"/>
    <dgm:cxn modelId="{1FC0D635-DA0F-484D-AD90-63E103EB744D}" type="presParOf" srcId="{8DDE615E-BBCE-478E-9FFC-7EF13B7B7988}" destId="{6320DF27-18A6-44C5-B357-1C22F20F028C}" srcOrd="3" destOrd="0" presId="urn:microsoft.com/office/officeart/2018/2/layout/IconVerticalSolidList"/>
    <dgm:cxn modelId="{81F0F444-F21D-4584-9E63-1F85E05BB094}" type="presParOf" srcId="{21A74055-983A-4D81-B1A7-26B14DBF7A4C}" destId="{5F8910BD-C8ED-4DD0-BDE8-0B53CC97598C}" srcOrd="3" destOrd="0" presId="urn:microsoft.com/office/officeart/2018/2/layout/IconVerticalSolidList"/>
    <dgm:cxn modelId="{4BE04148-B221-40B8-92BB-46431CA9BF86}" type="presParOf" srcId="{21A74055-983A-4D81-B1A7-26B14DBF7A4C}" destId="{ADBF2534-9B08-475A-A9F2-98D46B6DE07D}" srcOrd="4" destOrd="0" presId="urn:microsoft.com/office/officeart/2018/2/layout/IconVerticalSolidList"/>
    <dgm:cxn modelId="{E28C460E-2321-4C69-ABAE-60D3992F1D67}" type="presParOf" srcId="{ADBF2534-9B08-475A-A9F2-98D46B6DE07D}" destId="{A58E384A-741A-4B7D-BC28-F03C1BC4B3FE}" srcOrd="0" destOrd="0" presId="urn:microsoft.com/office/officeart/2018/2/layout/IconVerticalSolidList"/>
    <dgm:cxn modelId="{312F49CD-2339-4FF9-80E9-6D004331F852}" type="presParOf" srcId="{ADBF2534-9B08-475A-A9F2-98D46B6DE07D}" destId="{43650486-EEB2-4633-A866-4BE9FC1D598B}" srcOrd="1" destOrd="0" presId="urn:microsoft.com/office/officeart/2018/2/layout/IconVerticalSolidList"/>
    <dgm:cxn modelId="{387062BD-6D15-4137-89ED-24D9CC8F48C8}" type="presParOf" srcId="{ADBF2534-9B08-475A-A9F2-98D46B6DE07D}" destId="{23365A8A-AFFC-48BF-BCB0-688A6D7A1ACD}" srcOrd="2" destOrd="0" presId="urn:microsoft.com/office/officeart/2018/2/layout/IconVerticalSolidList"/>
    <dgm:cxn modelId="{AFE4F675-47EA-45AA-9520-A180549E6F61}" type="presParOf" srcId="{ADBF2534-9B08-475A-A9F2-98D46B6DE07D}" destId="{0C2094C6-0938-43C6-93C8-49BAB8E58578}" srcOrd="3" destOrd="0" presId="urn:microsoft.com/office/officeart/2018/2/layout/IconVerticalSolidList"/>
    <dgm:cxn modelId="{DD5F070C-CC69-4252-8587-20836179266E}" type="presParOf" srcId="{21A74055-983A-4D81-B1A7-26B14DBF7A4C}" destId="{602B06CC-420B-4B0D-A11C-FD54424FBD3C}" srcOrd="5" destOrd="0" presId="urn:microsoft.com/office/officeart/2018/2/layout/IconVerticalSolidList"/>
    <dgm:cxn modelId="{6C41D782-BDA8-48C1-B98A-61F6D3C3BF75}" type="presParOf" srcId="{21A74055-983A-4D81-B1A7-26B14DBF7A4C}" destId="{3EC94DEF-3286-4188-9CF6-C1E70563C4A8}" srcOrd="6" destOrd="0" presId="urn:microsoft.com/office/officeart/2018/2/layout/IconVerticalSolidList"/>
    <dgm:cxn modelId="{57BF5C08-DA58-4EDD-A81B-DCEFBB5D8FE3}" type="presParOf" srcId="{3EC94DEF-3286-4188-9CF6-C1E70563C4A8}" destId="{DB7034DA-0340-4982-9877-11A266496373}" srcOrd="0" destOrd="0" presId="urn:microsoft.com/office/officeart/2018/2/layout/IconVerticalSolidList"/>
    <dgm:cxn modelId="{6737D49E-77DF-4762-9F38-2FD49EBFE6E6}" type="presParOf" srcId="{3EC94DEF-3286-4188-9CF6-C1E70563C4A8}" destId="{C5D056F0-8F2B-42D7-9D72-1A2D2A69A417}" srcOrd="1" destOrd="0" presId="urn:microsoft.com/office/officeart/2018/2/layout/IconVerticalSolidList"/>
    <dgm:cxn modelId="{A339B7AF-20C6-4940-9A13-829C1930E648}" type="presParOf" srcId="{3EC94DEF-3286-4188-9CF6-C1E70563C4A8}" destId="{6B3505EB-B3C5-42A4-9924-274E2ADD83C4}" srcOrd="2" destOrd="0" presId="urn:microsoft.com/office/officeart/2018/2/layout/IconVerticalSolidList"/>
    <dgm:cxn modelId="{F096AFFB-6042-4E27-98CD-77E9DFE00563}" type="presParOf" srcId="{3EC94DEF-3286-4188-9CF6-C1E70563C4A8}" destId="{6D61897E-6C83-429B-BFD0-25C81C5F1D9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9ABC95E-5293-4FE6-BEFC-577606B6836F}" type="doc">
      <dgm:prSet loTypeId="urn:microsoft.com/office/officeart/2016/7/layout/LinearBlockProcessNumbered" loCatId="process" qsTypeId="urn:microsoft.com/office/officeart/2005/8/quickstyle/simple1" qsCatId="simple" csTypeId="urn:microsoft.com/office/officeart/2005/8/colors/accent0_3" csCatId="mainScheme"/>
      <dgm:spPr/>
      <dgm:t>
        <a:bodyPr/>
        <a:lstStyle/>
        <a:p>
          <a:endParaRPr lang="en-US"/>
        </a:p>
      </dgm:t>
    </dgm:pt>
    <dgm:pt modelId="{6EC2A273-6DDF-4B32-BBF5-245B346FA552}">
      <dgm:prSet/>
      <dgm:spPr/>
      <dgm:t>
        <a:bodyPr/>
        <a:lstStyle/>
        <a:p>
          <a:r>
            <a:rPr lang="en-US"/>
            <a:t>Index.html</a:t>
          </a:r>
        </a:p>
      </dgm:t>
    </dgm:pt>
    <dgm:pt modelId="{0990E1E4-1AF7-4A25-900B-9136933C89D9}" type="parTrans" cxnId="{C04D525A-B69F-4B72-AFB4-53B25C2D3720}">
      <dgm:prSet/>
      <dgm:spPr/>
      <dgm:t>
        <a:bodyPr/>
        <a:lstStyle/>
        <a:p>
          <a:endParaRPr lang="en-US"/>
        </a:p>
      </dgm:t>
    </dgm:pt>
    <dgm:pt modelId="{ED57ED26-7AF6-451D-9A88-F4646EFE2EA8}" type="sibTrans" cxnId="{C04D525A-B69F-4B72-AFB4-53B25C2D3720}">
      <dgm:prSet phldrT="01" phldr="0"/>
      <dgm:spPr/>
      <dgm:t>
        <a:bodyPr/>
        <a:lstStyle/>
        <a:p>
          <a:r>
            <a:rPr lang="en-US"/>
            <a:t>01</a:t>
          </a:r>
        </a:p>
      </dgm:t>
    </dgm:pt>
    <dgm:pt modelId="{F2E54EB7-FEE7-4C80-95A1-04C497F9029B}">
      <dgm:prSet/>
      <dgm:spPr/>
      <dgm:t>
        <a:bodyPr/>
        <a:lstStyle/>
        <a:p>
          <a:r>
            <a:rPr lang="en-US"/>
            <a:t>ContactUs.html</a:t>
          </a:r>
        </a:p>
      </dgm:t>
    </dgm:pt>
    <dgm:pt modelId="{C5274AFD-D3AF-49C0-9C27-1A1FE58C57DD}" type="parTrans" cxnId="{EE9ED90D-11AE-4D0B-9214-DF509AE9D091}">
      <dgm:prSet/>
      <dgm:spPr/>
      <dgm:t>
        <a:bodyPr/>
        <a:lstStyle/>
        <a:p>
          <a:endParaRPr lang="en-US"/>
        </a:p>
      </dgm:t>
    </dgm:pt>
    <dgm:pt modelId="{68FCA9D0-7EA4-4007-9506-33A2EFDA0090}" type="sibTrans" cxnId="{EE9ED90D-11AE-4D0B-9214-DF509AE9D091}">
      <dgm:prSet phldrT="02" phldr="0"/>
      <dgm:spPr/>
      <dgm:t>
        <a:bodyPr/>
        <a:lstStyle/>
        <a:p>
          <a:r>
            <a:rPr lang="en-US"/>
            <a:t>02</a:t>
          </a:r>
        </a:p>
      </dgm:t>
    </dgm:pt>
    <dgm:pt modelId="{8A8E451F-F050-46F7-B6D5-0304F74C524F}">
      <dgm:prSet/>
      <dgm:spPr/>
      <dgm:t>
        <a:bodyPr/>
        <a:lstStyle/>
        <a:p>
          <a:r>
            <a:rPr lang="en-US"/>
            <a:t>Cart.html</a:t>
          </a:r>
        </a:p>
      </dgm:t>
    </dgm:pt>
    <dgm:pt modelId="{0256D587-577C-4267-9487-9E89647FF46D}" type="parTrans" cxnId="{82CD0667-375B-4D1A-90BC-87F42F00EABF}">
      <dgm:prSet/>
      <dgm:spPr/>
      <dgm:t>
        <a:bodyPr/>
        <a:lstStyle/>
        <a:p>
          <a:endParaRPr lang="en-US"/>
        </a:p>
      </dgm:t>
    </dgm:pt>
    <dgm:pt modelId="{15862F9C-8FBE-417B-89A4-812D12D7A181}" type="sibTrans" cxnId="{82CD0667-375B-4D1A-90BC-87F42F00EABF}">
      <dgm:prSet phldrT="03" phldr="0"/>
      <dgm:spPr/>
      <dgm:t>
        <a:bodyPr/>
        <a:lstStyle/>
        <a:p>
          <a:r>
            <a:rPr lang="en-US"/>
            <a:t>03</a:t>
          </a:r>
        </a:p>
      </dgm:t>
    </dgm:pt>
    <dgm:pt modelId="{0128D105-77B5-460C-AACB-655E8F7E0BC8}">
      <dgm:prSet/>
      <dgm:spPr/>
      <dgm:t>
        <a:bodyPr/>
        <a:lstStyle/>
        <a:p>
          <a:r>
            <a:rPr lang="en-US"/>
            <a:t>Style.css</a:t>
          </a:r>
        </a:p>
      </dgm:t>
    </dgm:pt>
    <dgm:pt modelId="{37B78C81-7A43-40DC-A356-0DBA962B1C79}" type="parTrans" cxnId="{6745795B-9DB6-47F2-AC4C-63CDDFEE1431}">
      <dgm:prSet/>
      <dgm:spPr/>
      <dgm:t>
        <a:bodyPr/>
        <a:lstStyle/>
        <a:p>
          <a:endParaRPr lang="en-US"/>
        </a:p>
      </dgm:t>
    </dgm:pt>
    <dgm:pt modelId="{6627E3B4-B125-410A-BB90-292F2C039486}" type="sibTrans" cxnId="{6745795B-9DB6-47F2-AC4C-63CDDFEE1431}">
      <dgm:prSet phldrT="04" phldr="0"/>
      <dgm:spPr/>
      <dgm:t>
        <a:bodyPr/>
        <a:lstStyle/>
        <a:p>
          <a:r>
            <a:rPr lang="en-US"/>
            <a:t>04</a:t>
          </a:r>
        </a:p>
      </dgm:t>
    </dgm:pt>
    <dgm:pt modelId="{3016911F-A8FD-4753-990B-0CF621CBE2C5}">
      <dgm:prSet/>
      <dgm:spPr/>
      <dgm:t>
        <a:bodyPr/>
        <a:lstStyle/>
        <a:p>
          <a:r>
            <a:rPr lang="en-US"/>
            <a:t>Script.js</a:t>
          </a:r>
        </a:p>
      </dgm:t>
    </dgm:pt>
    <dgm:pt modelId="{36EFB941-BD26-4BDD-AF3C-370DEA21824D}" type="parTrans" cxnId="{5C1E10DC-0E8D-4B3A-85A1-15256370E263}">
      <dgm:prSet/>
      <dgm:spPr/>
      <dgm:t>
        <a:bodyPr/>
        <a:lstStyle/>
        <a:p>
          <a:endParaRPr lang="en-US"/>
        </a:p>
      </dgm:t>
    </dgm:pt>
    <dgm:pt modelId="{FE7110F8-0237-4029-9C0D-C32B7966C087}" type="sibTrans" cxnId="{5C1E10DC-0E8D-4B3A-85A1-15256370E263}">
      <dgm:prSet phldrT="05" phldr="0"/>
      <dgm:spPr/>
      <dgm:t>
        <a:bodyPr/>
        <a:lstStyle/>
        <a:p>
          <a:r>
            <a:rPr lang="en-US"/>
            <a:t>05</a:t>
          </a:r>
        </a:p>
      </dgm:t>
    </dgm:pt>
    <dgm:pt modelId="{AE1AE93D-3A53-4C79-9031-503205284D99}" type="pres">
      <dgm:prSet presAssocID="{B9ABC95E-5293-4FE6-BEFC-577606B6836F}" presName="Name0" presStyleCnt="0">
        <dgm:presLayoutVars>
          <dgm:animLvl val="lvl"/>
          <dgm:resizeHandles val="exact"/>
        </dgm:presLayoutVars>
      </dgm:prSet>
      <dgm:spPr/>
      <dgm:t>
        <a:bodyPr/>
        <a:lstStyle/>
        <a:p>
          <a:endParaRPr lang="en-US"/>
        </a:p>
      </dgm:t>
    </dgm:pt>
    <dgm:pt modelId="{A44370FD-78D5-435E-99F4-308A8C9B7C49}" type="pres">
      <dgm:prSet presAssocID="{6EC2A273-6DDF-4B32-BBF5-245B346FA552}" presName="compositeNode" presStyleCnt="0">
        <dgm:presLayoutVars>
          <dgm:bulletEnabled val="1"/>
        </dgm:presLayoutVars>
      </dgm:prSet>
      <dgm:spPr/>
    </dgm:pt>
    <dgm:pt modelId="{2B5CA55D-54FB-443A-8359-F34DE339E26E}" type="pres">
      <dgm:prSet presAssocID="{6EC2A273-6DDF-4B32-BBF5-245B346FA552}" presName="bgRect" presStyleLbl="alignNode1" presStyleIdx="0" presStyleCnt="5"/>
      <dgm:spPr/>
      <dgm:t>
        <a:bodyPr/>
        <a:lstStyle/>
        <a:p>
          <a:endParaRPr lang="en-US"/>
        </a:p>
      </dgm:t>
    </dgm:pt>
    <dgm:pt modelId="{7D10D057-CB8D-4C9E-A11C-E79E959B46EA}" type="pres">
      <dgm:prSet presAssocID="{ED57ED26-7AF6-451D-9A88-F4646EFE2EA8}" presName="sibTransNodeRect" presStyleLbl="alignNode1" presStyleIdx="0" presStyleCnt="5">
        <dgm:presLayoutVars>
          <dgm:chMax val="0"/>
          <dgm:bulletEnabled val="1"/>
        </dgm:presLayoutVars>
      </dgm:prSet>
      <dgm:spPr/>
      <dgm:t>
        <a:bodyPr/>
        <a:lstStyle/>
        <a:p>
          <a:endParaRPr lang="en-US"/>
        </a:p>
      </dgm:t>
    </dgm:pt>
    <dgm:pt modelId="{C2E776CC-9B40-400D-9063-556EBA031F7F}" type="pres">
      <dgm:prSet presAssocID="{6EC2A273-6DDF-4B32-BBF5-245B346FA552}" presName="nodeRect" presStyleLbl="alignNode1" presStyleIdx="0" presStyleCnt="5">
        <dgm:presLayoutVars>
          <dgm:bulletEnabled val="1"/>
        </dgm:presLayoutVars>
      </dgm:prSet>
      <dgm:spPr/>
      <dgm:t>
        <a:bodyPr/>
        <a:lstStyle/>
        <a:p>
          <a:endParaRPr lang="en-US"/>
        </a:p>
      </dgm:t>
    </dgm:pt>
    <dgm:pt modelId="{1FC50DD8-B726-43F8-9F91-A3F14EAE58A4}" type="pres">
      <dgm:prSet presAssocID="{ED57ED26-7AF6-451D-9A88-F4646EFE2EA8}" presName="sibTrans" presStyleCnt="0"/>
      <dgm:spPr/>
    </dgm:pt>
    <dgm:pt modelId="{EB77FDA4-C75C-48CF-9B28-D74E4B1A9833}" type="pres">
      <dgm:prSet presAssocID="{F2E54EB7-FEE7-4C80-95A1-04C497F9029B}" presName="compositeNode" presStyleCnt="0">
        <dgm:presLayoutVars>
          <dgm:bulletEnabled val="1"/>
        </dgm:presLayoutVars>
      </dgm:prSet>
      <dgm:spPr/>
    </dgm:pt>
    <dgm:pt modelId="{027283E5-2F29-4F94-8726-9B6C44462693}" type="pres">
      <dgm:prSet presAssocID="{F2E54EB7-FEE7-4C80-95A1-04C497F9029B}" presName="bgRect" presStyleLbl="alignNode1" presStyleIdx="1" presStyleCnt="5"/>
      <dgm:spPr/>
      <dgm:t>
        <a:bodyPr/>
        <a:lstStyle/>
        <a:p>
          <a:endParaRPr lang="en-US"/>
        </a:p>
      </dgm:t>
    </dgm:pt>
    <dgm:pt modelId="{F955A00E-A8DB-4F31-B2E3-20C174B330FE}" type="pres">
      <dgm:prSet presAssocID="{68FCA9D0-7EA4-4007-9506-33A2EFDA0090}" presName="sibTransNodeRect" presStyleLbl="alignNode1" presStyleIdx="1" presStyleCnt="5">
        <dgm:presLayoutVars>
          <dgm:chMax val="0"/>
          <dgm:bulletEnabled val="1"/>
        </dgm:presLayoutVars>
      </dgm:prSet>
      <dgm:spPr/>
      <dgm:t>
        <a:bodyPr/>
        <a:lstStyle/>
        <a:p>
          <a:endParaRPr lang="en-US"/>
        </a:p>
      </dgm:t>
    </dgm:pt>
    <dgm:pt modelId="{C67EF4E3-5441-42E0-BCCA-C00EC389D6D6}" type="pres">
      <dgm:prSet presAssocID="{F2E54EB7-FEE7-4C80-95A1-04C497F9029B}" presName="nodeRect" presStyleLbl="alignNode1" presStyleIdx="1" presStyleCnt="5">
        <dgm:presLayoutVars>
          <dgm:bulletEnabled val="1"/>
        </dgm:presLayoutVars>
      </dgm:prSet>
      <dgm:spPr/>
      <dgm:t>
        <a:bodyPr/>
        <a:lstStyle/>
        <a:p>
          <a:endParaRPr lang="en-US"/>
        </a:p>
      </dgm:t>
    </dgm:pt>
    <dgm:pt modelId="{53589D3A-70A6-487F-B591-F0E19E7D40C0}" type="pres">
      <dgm:prSet presAssocID="{68FCA9D0-7EA4-4007-9506-33A2EFDA0090}" presName="sibTrans" presStyleCnt="0"/>
      <dgm:spPr/>
    </dgm:pt>
    <dgm:pt modelId="{60F49C5D-08DF-4788-B862-3992C2E36C15}" type="pres">
      <dgm:prSet presAssocID="{8A8E451F-F050-46F7-B6D5-0304F74C524F}" presName="compositeNode" presStyleCnt="0">
        <dgm:presLayoutVars>
          <dgm:bulletEnabled val="1"/>
        </dgm:presLayoutVars>
      </dgm:prSet>
      <dgm:spPr/>
    </dgm:pt>
    <dgm:pt modelId="{C5B7B156-6F59-4909-85F9-510773963595}" type="pres">
      <dgm:prSet presAssocID="{8A8E451F-F050-46F7-B6D5-0304F74C524F}" presName="bgRect" presStyleLbl="alignNode1" presStyleIdx="2" presStyleCnt="5"/>
      <dgm:spPr/>
      <dgm:t>
        <a:bodyPr/>
        <a:lstStyle/>
        <a:p>
          <a:endParaRPr lang="en-US"/>
        </a:p>
      </dgm:t>
    </dgm:pt>
    <dgm:pt modelId="{CB557605-33A7-4651-92BB-6B217166D899}" type="pres">
      <dgm:prSet presAssocID="{15862F9C-8FBE-417B-89A4-812D12D7A181}" presName="sibTransNodeRect" presStyleLbl="alignNode1" presStyleIdx="2" presStyleCnt="5">
        <dgm:presLayoutVars>
          <dgm:chMax val="0"/>
          <dgm:bulletEnabled val="1"/>
        </dgm:presLayoutVars>
      </dgm:prSet>
      <dgm:spPr/>
      <dgm:t>
        <a:bodyPr/>
        <a:lstStyle/>
        <a:p>
          <a:endParaRPr lang="en-US"/>
        </a:p>
      </dgm:t>
    </dgm:pt>
    <dgm:pt modelId="{25FA8A3D-4EDD-4744-AB8C-309E14780E78}" type="pres">
      <dgm:prSet presAssocID="{8A8E451F-F050-46F7-B6D5-0304F74C524F}" presName="nodeRect" presStyleLbl="alignNode1" presStyleIdx="2" presStyleCnt="5">
        <dgm:presLayoutVars>
          <dgm:bulletEnabled val="1"/>
        </dgm:presLayoutVars>
      </dgm:prSet>
      <dgm:spPr/>
      <dgm:t>
        <a:bodyPr/>
        <a:lstStyle/>
        <a:p>
          <a:endParaRPr lang="en-US"/>
        </a:p>
      </dgm:t>
    </dgm:pt>
    <dgm:pt modelId="{71B225C6-ADF6-4B27-94AC-6FEA725B22F3}" type="pres">
      <dgm:prSet presAssocID="{15862F9C-8FBE-417B-89A4-812D12D7A181}" presName="sibTrans" presStyleCnt="0"/>
      <dgm:spPr/>
    </dgm:pt>
    <dgm:pt modelId="{3B0437A8-02A3-474A-9462-048A0B83D496}" type="pres">
      <dgm:prSet presAssocID="{0128D105-77B5-460C-AACB-655E8F7E0BC8}" presName="compositeNode" presStyleCnt="0">
        <dgm:presLayoutVars>
          <dgm:bulletEnabled val="1"/>
        </dgm:presLayoutVars>
      </dgm:prSet>
      <dgm:spPr/>
    </dgm:pt>
    <dgm:pt modelId="{5A25CF63-A66F-45D8-AC70-8C98AACDBB67}" type="pres">
      <dgm:prSet presAssocID="{0128D105-77B5-460C-AACB-655E8F7E0BC8}" presName="bgRect" presStyleLbl="alignNode1" presStyleIdx="3" presStyleCnt="5"/>
      <dgm:spPr/>
      <dgm:t>
        <a:bodyPr/>
        <a:lstStyle/>
        <a:p>
          <a:endParaRPr lang="en-US"/>
        </a:p>
      </dgm:t>
    </dgm:pt>
    <dgm:pt modelId="{E77BE141-7624-4AD6-92F2-3921AA4908B3}" type="pres">
      <dgm:prSet presAssocID="{6627E3B4-B125-410A-BB90-292F2C039486}" presName="sibTransNodeRect" presStyleLbl="alignNode1" presStyleIdx="3" presStyleCnt="5">
        <dgm:presLayoutVars>
          <dgm:chMax val="0"/>
          <dgm:bulletEnabled val="1"/>
        </dgm:presLayoutVars>
      </dgm:prSet>
      <dgm:spPr/>
      <dgm:t>
        <a:bodyPr/>
        <a:lstStyle/>
        <a:p>
          <a:endParaRPr lang="en-US"/>
        </a:p>
      </dgm:t>
    </dgm:pt>
    <dgm:pt modelId="{04EC5F57-9A31-41CA-B8DE-267EBADEB4BB}" type="pres">
      <dgm:prSet presAssocID="{0128D105-77B5-460C-AACB-655E8F7E0BC8}" presName="nodeRect" presStyleLbl="alignNode1" presStyleIdx="3" presStyleCnt="5">
        <dgm:presLayoutVars>
          <dgm:bulletEnabled val="1"/>
        </dgm:presLayoutVars>
      </dgm:prSet>
      <dgm:spPr/>
      <dgm:t>
        <a:bodyPr/>
        <a:lstStyle/>
        <a:p>
          <a:endParaRPr lang="en-US"/>
        </a:p>
      </dgm:t>
    </dgm:pt>
    <dgm:pt modelId="{DDB13DD8-4841-494E-96A0-1D6DE30C828D}" type="pres">
      <dgm:prSet presAssocID="{6627E3B4-B125-410A-BB90-292F2C039486}" presName="sibTrans" presStyleCnt="0"/>
      <dgm:spPr/>
    </dgm:pt>
    <dgm:pt modelId="{14C0F782-F7F3-4170-99E5-F9C99CD6ACF1}" type="pres">
      <dgm:prSet presAssocID="{3016911F-A8FD-4753-990B-0CF621CBE2C5}" presName="compositeNode" presStyleCnt="0">
        <dgm:presLayoutVars>
          <dgm:bulletEnabled val="1"/>
        </dgm:presLayoutVars>
      </dgm:prSet>
      <dgm:spPr/>
    </dgm:pt>
    <dgm:pt modelId="{E1FDDB7F-6204-4A43-9884-0EFC1D0F32B6}" type="pres">
      <dgm:prSet presAssocID="{3016911F-A8FD-4753-990B-0CF621CBE2C5}" presName="bgRect" presStyleLbl="alignNode1" presStyleIdx="4" presStyleCnt="5"/>
      <dgm:spPr/>
      <dgm:t>
        <a:bodyPr/>
        <a:lstStyle/>
        <a:p>
          <a:endParaRPr lang="en-US"/>
        </a:p>
      </dgm:t>
    </dgm:pt>
    <dgm:pt modelId="{C029DCA2-58ED-41CA-A74F-58C77630436F}" type="pres">
      <dgm:prSet presAssocID="{FE7110F8-0237-4029-9C0D-C32B7966C087}" presName="sibTransNodeRect" presStyleLbl="alignNode1" presStyleIdx="4" presStyleCnt="5">
        <dgm:presLayoutVars>
          <dgm:chMax val="0"/>
          <dgm:bulletEnabled val="1"/>
        </dgm:presLayoutVars>
      </dgm:prSet>
      <dgm:spPr/>
      <dgm:t>
        <a:bodyPr/>
        <a:lstStyle/>
        <a:p>
          <a:endParaRPr lang="en-US"/>
        </a:p>
      </dgm:t>
    </dgm:pt>
    <dgm:pt modelId="{0726AB68-9C86-4EB1-91DB-FC99DE586A3B}" type="pres">
      <dgm:prSet presAssocID="{3016911F-A8FD-4753-990B-0CF621CBE2C5}" presName="nodeRect" presStyleLbl="alignNode1" presStyleIdx="4" presStyleCnt="5">
        <dgm:presLayoutVars>
          <dgm:bulletEnabled val="1"/>
        </dgm:presLayoutVars>
      </dgm:prSet>
      <dgm:spPr/>
      <dgm:t>
        <a:bodyPr/>
        <a:lstStyle/>
        <a:p>
          <a:endParaRPr lang="en-US"/>
        </a:p>
      </dgm:t>
    </dgm:pt>
  </dgm:ptLst>
  <dgm:cxnLst>
    <dgm:cxn modelId="{C04D525A-B69F-4B72-AFB4-53B25C2D3720}" srcId="{B9ABC95E-5293-4FE6-BEFC-577606B6836F}" destId="{6EC2A273-6DDF-4B32-BBF5-245B346FA552}" srcOrd="0" destOrd="0" parTransId="{0990E1E4-1AF7-4A25-900B-9136933C89D9}" sibTransId="{ED57ED26-7AF6-451D-9A88-F4646EFE2EA8}"/>
    <dgm:cxn modelId="{11AA8756-5FD9-4EBA-ACF6-DD09E579D504}" type="presOf" srcId="{8A8E451F-F050-46F7-B6D5-0304F74C524F}" destId="{25FA8A3D-4EDD-4744-AB8C-309E14780E78}" srcOrd="1" destOrd="0" presId="urn:microsoft.com/office/officeart/2016/7/layout/LinearBlockProcessNumbered"/>
    <dgm:cxn modelId="{24271EC8-8BAA-4439-87BF-A9D9ABE1AF7E}" type="presOf" srcId="{68FCA9D0-7EA4-4007-9506-33A2EFDA0090}" destId="{F955A00E-A8DB-4F31-B2E3-20C174B330FE}" srcOrd="0" destOrd="0" presId="urn:microsoft.com/office/officeart/2016/7/layout/LinearBlockProcessNumbered"/>
    <dgm:cxn modelId="{97E241C9-8C54-4C85-9D01-6DD9EE3DD88B}" type="presOf" srcId="{15862F9C-8FBE-417B-89A4-812D12D7A181}" destId="{CB557605-33A7-4651-92BB-6B217166D899}" srcOrd="0" destOrd="0" presId="urn:microsoft.com/office/officeart/2016/7/layout/LinearBlockProcessNumbered"/>
    <dgm:cxn modelId="{66A258C2-9C77-4559-B9DC-6B8FBCD8FD03}" type="presOf" srcId="{6EC2A273-6DDF-4B32-BBF5-245B346FA552}" destId="{C2E776CC-9B40-400D-9063-556EBA031F7F}" srcOrd="1" destOrd="0" presId="urn:microsoft.com/office/officeart/2016/7/layout/LinearBlockProcessNumbered"/>
    <dgm:cxn modelId="{5C1E10DC-0E8D-4B3A-85A1-15256370E263}" srcId="{B9ABC95E-5293-4FE6-BEFC-577606B6836F}" destId="{3016911F-A8FD-4753-990B-0CF621CBE2C5}" srcOrd="4" destOrd="0" parTransId="{36EFB941-BD26-4BDD-AF3C-370DEA21824D}" sibTransId="{FE7110F8-0237-4029-9C0D-C32B7966C087}"/>
    <dgm:cxn modelId="{706BA0A3-6029-4541-A50C-FB025B376499}" type="presOf" srcId="{6EC2A273-6DDF-4B32-BBF5-245B346FA552}" destId="{2B5CA55D-54FB-443A-8359-F34DE339E26E}" srcOrd="0" destOrd="0" presId="urn:microsoft.com/office/officeart/2016/7/layout/LinearBlockProcessNumbered"/>
    <dgm:cxn modelId="{00CE476E-C94D-4FF2-8A04-46E268BD4F39}" type="presOf" srcId="{0128D105-77B5-460C-AACB-655E8F7E0BC8}" destId="{5A25CF63-A66F-45D8-AC70-8C98AACDBB67}" srcOrd="0" destOrd="0" presId="urn:microsoft.com/office/officeart/2016/7/layout/LinearBlockProcessNumbered"/>
    <dgm:cxn modelId="{67EA230D-9745-4736-AB51-073053C316BC}" type="presOf" srcId="{3016911F-A8FD-4753-990B-0CF621CBE2C5}" destId="{0726AB68-9C86-4EB1-91DB-FC99DE586A3B}" srcOrd="1" destOrd="0" presId="urn:microsoft.com/office/officeart/2016/7/layout/LinearBlockProcessNumbered"/>
    <dgm:cxn modelId="{02FA4E00-6DB1-4A10-BA61-6F59BDA4F8DB}" type="presOf" srcId="{3016911F-A8FD-4753-990B-0CF621CBE2C5}" destId="{E1FDDB7F-6204-4A43-9884-0EFC1D0F32B6}" srcOrd="0" destOrd="0" presId="urn:microsoft.com/office/officeart/2016/7/layout/LinearBlockProcessNumbered"/>
    <dgm:cxn modelId="{5F199F70-1083-4310-B14A-D6F5BBD78A6C}" type="presOf" srcId="{ED57ED26-7AF6-451D-9A88-F4646EFE2EA8}" destId="{7D10D057-CB8D-4C9E-A11C-E79E959B46EA}" srcOrd="0" destOrd="0" presId="urn:microsoft.com/office/officeart/2016/7/layout/LinearBlockProcessNumbered"/>
    <dgm:cxn modelId="{E463A50D-089E-4B28-8CB1-4AB32FA857BC}" type="presOf" srcId="{8A8E451F-F050-46F7-B6D5-0304F74C524F}" destId="{C5B7B156-6F59-4909-85F9-510773963595}" srcOrd="0" destOrd="0" presId="urn:microsoft.com/office/officeart/2016/7/layout/LinearBlockProcessNumbered"/>
    <dgm:cxn modelId="{E93E8A48-117E-46D2-BF64-A74A1E1397BE}" type="presOf" srcId="{0128D105-77B5-460C-AACB-655E8F7E0BC8}" destId="{04EC5F57-9A31-41CA-B8DE-267EBADEB4BB}" srcOrd="1" destOrd="0" presId="urn:microsoft.com/office/officeart/2016/7/layout/LinearBlockProcessNumbered"/>
    <dgm:cxn modelId="{45D45F7D-8244-409E-9C49-1F882CA7B43C}" type="presOf" srcId="{F2E54EB7-FEE7-4C80-95A1-04C497F9029B}" destId="{C67EF4E3-5441-42E0-BCCA-C00EC389D6D6}" srcOrd="1" destOrd="0" presId="urn:microsoft.com/office/officeart/2016/7/layout/LinearBlockProcessNumbered"/>
    <dgm:cxn modelId="{6745795B-9DB6-47F2-AC4C-63CDDFEE1431}" srcId="{B9ABC95E-5293-4FE6-BEFC-577606B6836F}" destId="{0128D105-77B5-460C-AACB-655E8F7E0BC8}" srcOrd="3" destOrd="0" parTransId="{37B78C81-7A43-40DC-A356-0DBA962B1C79}" sibTransId="{6627E3B4-B125-410A-BB90-292F2C039486}"/>
    <dgm:cxn modelId="{EE9ED90D-11AE-4D0B-9214-DF509AE9D091}" srcId="{B9ABC95E-5293-4FE6-BEFC-577606B6836F}" destId="{F2E54EB7-FEE7-4C80-95A1-04C497F9029B}" srcOrd="1" destOrd="0" parTransId="{C5274AFD-D3AF-49C0-9C27-1A1FE58C57DD}" sibTransId="{68FCA9D0-7EA4-4007-9506-33A2EFDA0090}"/>
    <dgm:cxn modelId="{0587EF56-C9E3-4D81-8265-5D44BB61B3CD}" type="presOf" srcId="{B9ABC95E-5293-4FE6-BEFC-577606B6836F}" destId="{AE1AE93D-3A53-4C79-9031-503205284D99}" srcOrd="0" destOrd="0" presId="urn:microsoft.com/office/officeart/2016/7/layout/LinearBlockProcessNumbered"/>
    <dgm:cxn modelId="{1588F522-DBA7-4760-B2E8-1241E8C87CDC}" type="presOf" srcId="{F2E54EB7-FEE7-4C80-95A1-04C497F9029B}" destId="{027283E5-2F29-4F94-8726-9B6C44462693}" srcOrd="0" destOrd="0" presId="urn:microsoft.com/office/officeart/2016/7/layout/LinearBlockProcessNumbered"/>
    <dgm:cxn modelId="{82CD0667-375B-4D1A-90BC-87F42F00EABF}" srcId="{B9ABC95E-5293-4FE6-BEFC-577606B6836F}" destId="{8A8E451F-F050-46F7-B6D5-0304F74C524F}" srcOrd="2" destOrd="0" parTransId="{0256D587-577C-4267-9487-9E89647FF46D}" sibTransId="{15862F9C-8FBE-417B-89A4-812D12D7A181}"/>
    <dgm:cxn modelId="{C784C2EB-F6FE-4BB0-9357-CC87F87B264D}" type="presOf" srcId="{FE7110F8-0237-4029-9C0D-C32B7966C087}" destId="{C029DCA2-58ED-41CA-A74F-58C77630436F}" srcOrd="0" destOrd="0" presId="urn:microsoft.com/office/officeart/2016/7/layout/LinearBlockProcessNumbered"/>
    <dgm:cxn modelId="{83173FC9-5A1E-40F8-8A48-6D7535B7D15D}" type="presOf" srcId="{6627E3B4-B125-410A-BB90-292F2C039486}" destId="{E77BE141-7624-4AD6-92F2-3921AA4908B3}" srcOrd="0" destOrd="0" presId="urn:microsoft.com/office/officeart/2016/7/layout/LinearBlockProcessNumbered"/>
    <dgm:cxn modelId="{C32EB67E-C51A-49DE-821F-5F401A933C15}" type="presParOf" srcId="{AE1AE93D-3A53-4C79-9031-503205284D99}" destId="{A44370FD-78D5-435E-99F4-308A8C9B7C49}" srcOrd="0" destOrd="0" presId="urn:microsoft.com/office/officeart/2016/7/layout/LinearBlockProcessNumbered"/>
    <dgm:cxn modelId="{B459BC53-C665-4438-AD58-63557B7086AB}" type="presParOf" srcId="{A44370FD-78D5-435E-99F4-308A8C9B7C49}" destId="{2B5CA55D-54FB-443A-8359-F34DE339E26E}" srcOrd="0" destOrd="0" presId="urn:microsoft.com/office/officeart/2016/7/layout/LinearBlockProcessNumbered"/>
    <dgm:cxn modelId="{20B1B745-AF7B-4099-93C0-ECF075C2E548}" type="presParOf" srcId="{A44370FD-78D5-435E-99F4-308A8C9B7C49}" destId="{7D10D057-CB8D-4C9E-A11C-E79E959B46EA}" srcOrd="1" destOrd="0" presId="urn:microsoft.com/office/officeart/2016/7/layout/LinearBlockProcessNumbered"/>
    <dgm:cxn modelId="{CB40B618-FC92-40E3-B2B3-40547C88EA4D}" type="presParOf" srcId="{A44370FD-78D5-435E-99F4-308A8C9B7C49}" destId="{C2E776CC-9B40-400D-9063-556EBA031F7F}" srcOrd="2" destOrd="0" presId="urn:microsoft.com/office/officeart/2016/7/layout/LinearBlockProcessNumbered"/>
    <dgm:cxn modelId="{0DE43986-AB32-4D99-BAA5-022BE4C61493}" type="presParOf" srcId="{AE1AE93D-3A53-4C79-9031-503205284D99}" destId="{1FC50DD8-B726-43F8-9F91-A3F14EAE58A4}" srcOrd="1" destOrd="0" presId="urn:microsoft.com/office/officeart/2016/7/layout/LinearBlockProcessNumbered"/>
    <dgm:cxn modelId="{6A595A19-5C82-4F5D-A07D-316E9C0F3A82}" type="presParOf" srcId="{AE1AE93D-3A53-4C79-9031-503205284D99}" destId="{EB77FDA4-C75C-48CF-9B28-D74E4B1A9833}" srcOrd="2" destOrd="0" presId="urn:microsoft.com/office/officeart/2016/7/layout/LinearBlockProcessNumbered"/>
    <dgm:cxn modelId="{55579FC0-718F-40F7-8F1A-E5590F80706F}" type="presParOf" srcId="{EB77FDA4-C75C-48CF-9B28-D74E4B1A9833}" destId="{027283E5-2F29-4F94-8726-9B6C44462693}" srcOrd="0" destOrd="0" presId="urn:microsoft.com/office/officeart/2016/7/layout/LinearBlockProcessNumbered"/>
    <dgm:cxn modelId="{2D01E5C4-EBD1-4362-94CA-ACD30ED2629A}" type="presParOf" srcId="{EB77FDA4-C75C-48CF-9B28-D74E4B1A9833}" destId="{F955A00E-A8DB-4F31-B2E3-20C174B330FE}" srcOrd="1" destOrd="0" presId="urn:microsoft.com/office/officeart/2016/7/layout/LinearBlockProcessNumbered"/>
    <dgm:cxn modelId="{3D6872EA-C646-4E73-A8ED-D8AEAA09E534}" type="presParOf" srcId="{EB77FDA4-C75C-48CF-9B28-D74E4B1A9833}" destId="{C67EF4E3-5441-42E0-BCCA-C00EC389D6D6}" srcOrd="2" destOrd="0" presId="urn:microsoft.com/office/officeart/2016/7/layout/LinearBlockProcessNumbered"/>
    <dgm:cxn modelId="{B744D2C5-C1F3-47F0-8FFA-C5059F630B14}" type="presParOf" srcId="{AE1AE93D-3A53-4C79-9031-503205284D99}" destId="{53589D3A-70A6-487F-B591-F0E19E7D40C0}" srcOrd="3" destOrd="0" presId="urn:microsoft.com/office/officeart/2016/7/layout/LinearBlockProcessNumbered"/>
    <dgm:cxn modelId="{F0E0FFC4-3809-4032-B733-05743DDB46A7}" type="presParOf" srcId="{AE1AE93D-3A53-4C79-9031-503205284D99}" destId="{60F49C5D-08DF-4788-B862-3992C2E36C15}" srcOrd="4" destOrd="0" presId="urn:microsoft.com/office/officeart/2016/7/layout/LinearBlockProcessNumbered"/>
    <dgm:cxn modelId="{9DC00DE9-B8CC-4A1A-AE0C-D14F28B768FE}" type="presParOf" srcId="{60F49C5D-08DF-4788-B862-3992C2E36C15}" destId="{C5B7B156-6F59-4909-85F9-510773963595}" srcOrd="0" destOrd="0" presId="urn:microsoft.com/office/officeart/2016/7/layout/LinearBlockProcessNumbered"/>
    <dgm:cxn modelId="{69E5ADBC-1364-41AC-A43F-B0ACFB70CBDA}" type="presParOf" srcId="{60F49C5D-08DF-4788-B862-3992C2E36C15}" destId="{CB557605-33A7-4651-92BB-6B217166D899}" srcOrd="1" destOrd="0" presId="urn:microsoft.com/office/officeart/2016/7/layout/LinearBlockProcessNumbered"/>
    <dgm:cxn modelId="{10A01D1E-C913-4886-901F-D29D54984657}" type="presParOf" srcId="{60F49C5D-08DF-4788-B862-3992C2E36C15}" destId="{25FA8A3D-4EDD-4744-AB8C-309E14780E78}" srcOrd="2" destOrd="0" presId="urn:microsoft.com/office/officeart/2016/7/layout/LinearBlockProcessNumbered"/>
    <dgm:cxn modelId="{A7C99D12-30DF-4C30-8FDF-1EA9B46606A9}" type="presParOf" srcId="{AE1AE93D-3A53-4C79-9031-503205284D99}" destId="{71B225C6-ADF6-4B27-94AC-6FEA725B22F3}" srcOrd="5" destOrd="0" presId="urn:microsoft.com/office/officeart/2016/7/layout/LinearBlockProcessNumbered"/>
    <dgm:cxn modelId="{AF03A988-B8AA-41D3-B6FC-7A1A17899FFF}" type="presParOf" srcId="{AE1AE93D-3A53-4C79-9031-503205284D99}" destId="{3B0437A8-02A3-474A-9462-048A0B83D496}" srcOrd="6" destOrd="0" presId="urn:microsoft.com/office/officeart/2016/7/layout/LinearBlockProcessNumbered"/>
    <dgm:cxn modelId="{D48CF453-AB6D-442B-9024-05C410244D72}" type="presParOf" srcId="{3B0437A8-02A3-474A-9462-048A0B83D496}" destId="{5A25CF63-A66F-45D8-AC70-8C98AACDBB67}" srcOrd="0" destOrd="0" presId="urn:microsoft.com/office/officeart/2016/7/layout/LinearBlockProcessNumbered"/>
    <dgm:cxn modelId="{485C8717-E538-4458-9DDD-9821ECB29338}" type="presParOf" srcId="{3B0437A8-02A3-474A-9462-048A0B83D496}" destId="{E77BE141-7624-4AD6-92F2-3921AA4908B3}" srcOrd="1" destOrd="0" presId="urn:microsoft.com/office/officeart/2016/7/layout/LinearBlockProcessNumbered"/>
    <dgm:cxn modelId="{12CA2DB9-8957-4D7D-8300-F01AB4D83E49}" type="presParOf" srcId="{3B0437A8-02A3-474A-9462-048A0B83D496}" destId="{04EC5F57-9A31-41CA-B8DE-267EBADEB4BB}" srcOrd="2" destOrd="0" presId="urn:microsoft.com/office/officeart/2016/7/layout/LinearBlockProcessNumbered"/>
    <dgm:cxn modelId="{198A9AA9-EC3B-4570-B435-31FA9F902327}" type="presParOf" srcId="{AE1AE93D-3A53-4C79-9031-503205284D99}" destId="{DDB13DD8-4841-494E-96A0-1D6DE30C828D}" srcOrd="7" destOrd="0" presId="urn:microsoft.com/office/officeart/2016/7/layout/LinearBlockProcessNumbered"/>
    <dgm:cxn modelId="{746B36CF-4DF8-4FAD-A004-47E1B35254BD}" type="presParOf" srcId="{AE1AE93D-3A53-4C79-9031-503205284D99}" destId="{14C0F782-F7F3-4170-99E5-F9C99CD6ACF1}" srcOrd="8" destOrd="0" presId="urn:microsoft.com/office/officeart/2016/7/layout/LinearBlockProcessNumbered"/>
    <dgm:cxn modelId="{2A579B5C-47B4-4EF9-8B0D-9572C64BBBCF}" type="presParOf" srcId="{14C0F782-F7F3-4170-99E5-F9C99CD6ACF1}" destId="{E1FDDB7F-6204-4A43-9884-0EFC1D0F32B6}" srcOrd="0" destOrd="0" presId="urn:microsoft.com/office/officeart/2016/7/layout/LinearBlockProcessNumbered"/>
    <dgm:cxn modelId="{6090DAFA-29D9-47ED-BE2F-D99BCCA39D0D}" type="presParOf" srcId="{14C0F782-F7F3-4170-99E5-F9C99CD6ACF1}" destId="{C029DCA2-58ED-41CA-A74F-58C77630436F}" srcOrd="1" destOrd="0" presId="urn:microsoft.com/office/officeart/2016/7/layout/LinearBlockProcessNumbered"/>
    <dgm:cxn modelId="{09DBF2CF-7483-4998-B3E3-51E51F1BFAC8}" type="presParOf" srcId="{14C0F782-F7F3-4170-99E5-F9C99CD6ACF1}" destId="{0726AB68-9C86-4EB1-91DB-FC99DE586A3B}"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32648C-6E0E-4CE4-BC0F-B83B680871D2}">
      <dsp:nvSpPr>
        <dsp:cNvPr id="0" name=""/>
        <dsp:cNvSpPr/>
      </dsp:nvSpPr>
      <dsp:spPr>
        <a:xfrm>
          <a:off x="0" y="4296"/>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86A233-683A-4B6C-838B-1C79BA4B6FBE}">
      <dsp:nvSpPr>
        <dsp:cNvPr id="0" name=""/>
        <dsp:cNvSpPr/>
      </dsp:nvSpPr>
      <dsp:spPr>
        <a:xfrm>
          <a:off x="276813" y="210190"/>
          <a:ext cx="503296" cy="5032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BDA024-E0A3-464E-BA10-5D924585F170}">
      <dsp:nvSpPr>
        <dsp:cNvPr id="0" name=""/>
        <dsp:cNvSpPr/>
      </dsp:nvSpPr>
      <dsp:spPr>
        <a:xfrm>
          <a:off x="1056922" y="4296"/>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lvl="0" algn="l" defTabSz="844550">
            <a:lnSpc>
              <a:spcPct val="90000"/>
            </a:lnSpc>
            <a:spcBef>
              <a:spcPct val="0"/>
            </a:spcBef>
            <a:spcAft>
              <a:spcPct val="35000"/>
            </a:spcAft>
          </a:pPr>
          <a:r>
            <a:rPr lang="en-US" sz="1900" kern="1200"/>
            <a:t>To develop a user-friendly web interface for ordering bakery items</a:t>
          </a:r>
        </a:p>
      </dsp:txBody>
      <dsp:txXfrm>
        <a:off x="1056922" y="4296"/>
        <a:ext cx="5115025" cy="915084"/>
      </dsp:txXfrm>
    </dsp:sp>
    <dsp:sp modelId="{433F5DD2-3E92-4B8C-9B72-735C872106AA}">
      <dsp:nvSpPr>
        <dsp:cNvPr id="0" name=""/>
        <dsp:cNvSpPr/>
      </dsp:nvSpPr>
      <dsp:spPr>
        <a:xfrm>
          <a:off x="0" y="1148151"/>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08F734-D01E-460A-8F74-0B5EBE256716}">
      <dsp:nvSpPr>
        <dsp:cNvPr id="0" name=""/>
        <dsp:cNvSpPr/>
      </dsp:nvSpPr>
      <dsp:spPr>
        <a:xfrm>
          <a:off x="276813" y="1354045"/>
          <a:ext cx="503296" cy="5032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BCDCAE-901C-461D-AFC0-3FFA5D9F2E8E}">
      <dsp:nvSpPr>
        <dsp:cNvPr id="0" name=""/>
        <dsp:cNvSpPr/>
      </dsp:nvSpPr>
      <dsp:spPr>
        <a:xfrm>
          <a:off x="1056922" y="1148151"/>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lvl="0" algn="l" defTabSz="844550">
            <a:lnSpc>
              <a:spcPct val="90000"/>
            </a:lnSpc>
            <a:spcBef>
              <a:spcPct val="0"/>
            </a:spcBef>
            <a:spcAft>
              <a:spcPct val="35000"/>
            </a:spcAft>
          </a:pPr>
          <a:r>
            <a:rPr lang="en-US" sz="1900" kern="1200"/>
            <a:t>To implement e-commerce functionality</a:t>
          </a:r>
        </a:p>
      </dsp:txBody>
      <dsp:txXfrm>
        <a:off x="1056922" y="1148151"/>
        <a:ext cx="5115025" cy="915084"/>
      </dsp:txXfrm>
    </dsp:sp>
    <dsp:sp modelId="{85865998-E9E7-4381-9BA8-CF9B4E184165}">
      <dsp:nvSpPr>
        <dsp:cNvPr id="0" name=""/>
        <dsp:cNvSpPr/>
      </dsp:nvSpPr>
      <dsp:spPr>
        <a:xfrm>
          <a:off x="0" y="2292007"/>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277768-C282-4AB4-83BF-4C640491E2C8}">
      <dsp:nvSpPr>
        <dsp:cNvPr id="0" name=""/>
        <dsp:cNvSpPr/>
      </dsp:nvSpPr>
      <dsp:spPr>
        <a:xfrm>
          <a:off x="276813" y="2497901"/>
          <a:ext cx="503296" cy="503296"/>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E89615-4781-4CDE-8E05-8253C87E3B6A}">
      <dsp:nvSpPr>
        <dsp:cNvPr id="0" name=""/>
        <dsp:cNvSpPr/>
      </dsp:nvSpPr>
      <dsp:spPr>
        <a:xfrm>
          <a:off x="1056922" y="2292007"/>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lvl="0" algn="l" defTabSz="844550">
            <a:lnSpc>
              <a:spcPct val="90000"/>
            </a:lnSpc>
            <a:spcBef>
              <a:spcPct val="0"/>
            </a:spcBef>
            <a:spcAft>
              <a:spcPct val="35000"/>
            </a:spcAft>
          </a:pPr>
          <a:r>
            <a:rPr lang="en-US" sz="1900" kern="1200"/>
            <a:t>To make the website easy to navigate through and use </a:t>
          </a:r>
        </a:p>
      </dsp:txBody>
      <dsp:txXfrm>
        <a:off x="1056922" y="2292007"/>
        <a:ext cx="5115025" cy="915084"/>
      </dsp:txXfrm>
    </dsp:sp>
    <dsp:sp modelId="{9E4AB708-15B5-41C4-9051-CC58AA4A06BC}">
      <dsp:nvSpPr>
        <dsp:cNvPr id="0" name=""/>
        <dsp:cNvSpPr/>
      </dsp:nvSpPr>
      <dsp:spPr>
        <a:xfrm>
          <a:off x="0" y="3435863"/>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DFBA48-642F-4497-A0F6-3FF06DE1CEEB}">
      <dsp:nvSpPr>
        <dsp:cNvPr id="0" name=""/>
        <dsp:cNvSpPr/>
      </dsp:nvSpPr>
      <dsp:spPr>
        <a:xfrm>
          <a:off x="276813" y="3641757"/>
          <a:ext cx="503296" cy="503296"/>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01C80E-2D85-49E5-9C89-7338366CE284}">
      <dsp:nvSpPr>
        <dsp:cNvPr id="0" name=""/>
        <dsp:cNvSpPr/>
      </dsp:nvSpPr>
      <dsp:spPr>
        <a:xfrm>
          <a:off x="1056922" y="3435863"/>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lvl="0" algn="l" defTabSz="844550">
            <a:lnSpc>
              <a:spcPct val="90000"/>
            </a:lnSpc>
            <a:spcBef>
              <a:spcPct val="0"/>
            </a:spcBef>
            <a:spcAft>
              <a:spcPct val="35000"/>
            </a:spcAft>
          </a:pPr>
          <a:r>
            <a:rPr lang="en-US" sz="1900" kern="1200"/>
            <a:t>To have an interactive system for ordering and viewing menu</a:t>
          </a:r>
        </a:p>
      </dsp:txBody>
      <dsp:txXfrm>
        <a:off x="1056922" y="3435863"/>
        <a:ext cx="5115025" cy="915084"/>
      </dsp:txXfrm>
    </dsp:sp>
    <dsp:sp modelId="{E7586423-A25E-4862-9EF7-81A7D17FAFBF}">
      <dsp:nvSpPr>
        <dsp:cNvPr id="0" name=""/>
        <dsp:cNvSpPr/>
      </dsp:nvSpPr>
      <dsp:spPr>
        <a:xfrm>
          <a:off x="0" y="4579719"/>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5976DD-9244-4261-9F7B-3A20E1B17744}">
      <dsp:nvSpPr>
        <dsp:cNvPr id="0" name=""/>
        <dsp:cNvSpPr/>
      </dsp:nvSpPr>
      <dsp:spPr>
        <a:xfrm>
          <a:off x="276813" y="4785613"/>
          <a:ext cx="503296" cy="50329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67F2D7-323D-412D-B841-27FB1F9D8B2B}">
      <dsp:nvSpPr>
        <dsp:cNvPr id="0" name=""/>
        <dsp:cNvSpPr/>
      </dsp:nvSpPr>
      <dsp:spPr>
        <a:xfrm>
          <a:off x="1056922" y="4579719"/>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lvl="0" algn="l" defTabSz="844550">
            <a:lnSpc>
              <a:spcPct val="90000"/>
            </a:lnSpc>
            <a:spcBef>
              <a:spcPct val="0"/>
            </a:spcBef>
            <a:spcAft>
              <a:spcPct val="35000"/>
            </a:spcAft>
          </a:pPr>
          <a:r>
            <a:rPr lang="en-US" sz="1900" kern="1200"/>
            <a:t>To ensure design is visually appealing to customers</a:t>
          </a:r>
        </a:p>
      </dsp:txBody>
      <dsp:txXfrm>
        <a:off x="1056922" y="4579719"/>
        <a:ext cx="5115025" cy="9150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B9C811-5E18-4DEF-A5EE-35D978EBE40E}">
      <dsp:nvSpPr>
        <dsp:cNvPr id="0" name=""/>
        <dsp:cNvSpPr/>
      </dsp:nvSpPr>
      <dsp:spPr>
        <a:xfrm>
          <a:off x="0" y="2282"/>
          <a:ext cx="6171948" cy="11567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B8AF25-89F3-455C-B679-1BC325D65565}">
      <dsp:nvSpPr>
        <dsp:cNvPr id="0" name=""/>
        <dsp:cNvSpPr/>
      </dsp:nvSpPr>
      <dsp:spPr>
        <a:xfrm>
          <a:off x="349915" y="262549"/>
          <a:ext cx="636209" cy="636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383878-B828-426E-879B-A90341A630A1}">
      <dsp:nvSpPr>
        <dsp:cNvPr id="0" name=""/>
        <dsp:cNvSpPr/>
      </dsp:nvSpPr>
      <dsp:spPr>
        <a:xfrm>
          <a:off x="1336039" y="228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977900">
            <a:lnSpc>
              <a:spcPct val="90000"/>
            </a:lnSpc>
            <a:spcBef>
              <a:spcPct val="0"/>
            </a:spcBef>
            <a:spcAft>
              <a:spcPct val="35000"/>
            </a:spcAft>
          </a:pPr>
          <a:r>
            <a:rPr lang="en-US" sz="2200" kern="1200"/>
            <a:t>Menu Display: All Products are properly displayed with their respective image and price </a:t>
          </a:r>
        </a:p>
      </dsp:txBody>
      <dsp:txXfrm>
        <a:off x="1336039" y="2282"/>
        <a:ext cx="4835908" cy="1156744"/>
      </dsp:txXfrm>
    </dsp:sp>
    <dsp:sp modelId="{E2CDFEB5-67B6-4C0D-A75B-A70370B7C76B}">
      <dsp:nvSpPr>
        <dsp:cNvPr id="0" name=""/>
        <dsp:cNvSpPr/>
      </dsp:nvSpPr>
      <dsp:spPr>
        <a:xfrm>
          <a:off x="0" y="1448212"/>
          <a:ext cx="6171948" cy="11567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64EA40-5E85-4943-B21F-CF3EA1664E58}">
      <dsp:nvSpPr>
        <dsp:cNvPr id="0" name=""/>
        <dsp:cNvSpPr/>
      </dsp:nvSpPr>
      <dsp:spPr>
        <a:xfrm>
          <a:off x="349915" y="1708480"/>
          <a:ext cx="636209" cy="636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043752-2135-407C-8786-622580E12791}">
      <dsp:nvSpPr>
        <dsp:cNvPr id="0" name=""/>
        <dsp:cNvSpPr/>
      </dsp:nvSpPr>
      <dsp:spPr>
        <a:xfrm>
          <a:off x="1336039" y="144821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977900">
            <a:lnSpc>
              <a:spcPct val="90000"/>
            </a:lnSpc>
            <a:spcBef>
              <a:spcPct val="0"/>
            </a:spcBef>
            <a:spcAft>
              <a:spcPct val="35000"/>
            </a:spcAft>
          </a:pPr>
          <a:r>
            <a:rPr lang="en-US" sz="2200" kern="1200"/>
            <a:t>Add to Cart: Function works as cart is updated and pop up appears when an item is added </a:t>
          </a:r>
        </a:p>
      </dsp:txBody>
      <dsp:txXfrm>
        <a:off x="1336039" y="1448212"/>
        <a:ext cx="4835908" cy="1156744"/>
      </dsp:txXfrm>
    </dsp:sp>
    <dsp:sp modelId="{E715ACAD-5341-4DAF-AEBD-40FFCC6C3C80}">
      <dsp:nvSpPr>
        <dsp:cNvPr id="0" name=""/>
        <dsp:cNvSpPr/>
      </dsp:nvSpPr>
      <dsp:spPr>
        <a:xfrm>
          <a:off x="0" y="2894143"/>
          <a:ext cx="6171948" cy="115674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D2E452-E979-4FE9-94CB-DDE002787781}">
      <dsp:nvSpPr>
        <dsp:cNvPr id="0" name=""/>
        <dsp:cNvSpPr/>
      </dsp:nvSpPr>
      <dsp:spPr>
        <a:xfrm>
          <a:off x="349915" y="3154410"/>
          <a:ext cx="636209" cy="636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7286A2-F98C-46CB-A3E6-55838A605E09}">
      <dsp:nvSpPr>
        <dsp:cNvPr id="0" name=""/>
        <dsp:cNvSpPr/>
      </dsp:nvSpPr>
      <dsp:spPr>
        <a:xfrm>
          <a:off x="1336039" y="289414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977900">
            <a:lnSpc>
              <a:spcPct val="90000"/>
            </a:lnSpc>
            <a:spcBef>
              <a:spcPct val="0"/>
            </a:spcBef>
            <a:spcAft>
              <a:spcPct val="35000"/>
            </a:spcAft>
          </a:pPr>
          <a:r>
            <a:rPr lang="en-US" sz="2200" kern="1200"/>
            <a:t>Navigation: Website smoothly transitions to the contact and cart page when button is clicked </a:t>
          </a:r>
        </a:p>
      </dsp:txBody>
      <dsp:txXfrm>
        <a:off x="1336039" y="2894143"/>
        <a:ext cx="4835908" cy="1156744"/>
      </dsp:txXfrm>
    </dsp:sp>
    <dsp:sp modelId="{AAF04ABA-C866-45CE-B50B-ECCC3AE5B080}">
      <dsp:nvSpPr>
        <dsp:cNvPr id="0" name=""/>
        <dsp:cNvSpPr/>
      </dsp:nvSpPr>
      <dsp:spPr>
        <a:xfrm>
          <a:off x="0" y="4340073"/>
          <a:ext cx="6171948" cy="115674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2FEB28-8A63-475F-AB09-F5DD2CDAF254}">
      <dsp:nvSpPr>
        <dsp:cNvPr id="0" name=""/>
        <dsp:cNvSpPr/>
      </dsp:nvSpPr>
      <dsp:spPr>
        <a:xfrm>
          <a:off x="349915" y="4600340"/>
          <a:ext cx="636209" cy="636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F9F838-4B61-4E9C-A814-18E3A9A56327}">
      <dsp:nvSpPr>
        <dsp:cNvPr id="0" name=""/>
        <dsp:cNvSpPr/>
      </dsp:nvSpPr>
      <dsp:spPr>
        <a:xfrm>
          <a:off x="1336039" y="434007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977900">
            <a:lnSpc>
              <a:spcPct val="90000"/>
            </a:lnSpc>
            <a:spcBef>
              <a:spcPct val="0"/>
            </a:spcBef>
            <a:spcAft>
              <a:spcPct val="35000"/>
            </a:spcAft>
          </a:pPr>
          <a:r>
            <a:rPr lang="en-US" sz="2200" kern="1200"/>
            <a:t>Styling: Website is styled in a clean and proportionate manner</a:t>
          </a:r>
        </a:p>
      </dsp:txBody>
      <dsp:txXfrm>
        <a:off x="1336039" y="4340073"/>
        <a:ext cx="4835908" cy="11567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B23738-3BC7-4CDC-A0C2-8B90DF5E8633}">
      <dsp:nvSpPr>
        <dsp:cNvPr id="0" name=""/>
        <dsp:cNvSpPr/>
      </dsp:nvSpPr>
      <dsp:spPr>
        <a:xfrm>
          <a:off x="0" y="0"/>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9A8342-6561-407B-A879-D2B7B6D7D9A0}">
      <dsp:nvSpPr>
        <dsp:cNvPr id="0" name=""/>
        <dsp:cNvSpPr/>
      </dsp:nvSpPr>
      <dsp:spPr>
        <a:xfrm>
          <a:off x="0" y="0"/>
          <a:ext cx="10691265" cy="93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a:t>No Persistent Cart: The cart is managed by JavaScript and likely resets upon page refresh as it lacks local/session storage or a back-end database.</a:t>
          </a:r>
        </a:p>
      </dsp:txBody>
      <dsp:txXfrm>
        <a:off x="0" y="0"/>
        <a:ext cx="10691265" cy="934973"/>
      </dsp:txXfrm>
    </dsp:sp>
    <dsp:sp modelId="{0531F092-A85A-469F-B6DF-3FF2D756D050}">
      <dsp:nvSpPr>
        <dsp:cNvPr id="0" name=""/>
        <dsp:cNvSpPr/>
      </dsp:nvSpPr>
      <dsp:spPr>
        <a:xfrm>
          <a:off x="0" y="934973"/>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7C925E-D920-4A0B-AD6F-98580B1F4AB4}">
      <dsp:nvSpPr>
        <dsp:cNvPr id="0" name=""/>
        <dsp:cNvSpPr/>
      </dsp:nvSpPr>
      <dsp:spPr>
        <a:xfrm>
          <a:off x="0" y="934973"/>
          <a:ext cx="10691265" cy="93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a:t>No Server-Side Processing: Orders cannot be actually placed, processed, or saved as there is no back-end technology (like PHP, Python, or Node.js) implemented.</a:t>
          </a:r>
        </a:p>
      </dsp:txBody>
      <dsp:txXfrm>
        <a:off x="0" y="934973"/>
        <a:ext cx="10691265" cy="934973"/>
      </dsp:txXfrm>
    </dsp:sp>
    <dsp:sp modelId="{EE96EF52-AC88-4A69-B483-53D43BB2D2DB}">
      <dsp:nvSpPr>
        <dsp:cNvPr id="0" name=""/>
        <dsp:cNvSpPr/>
      </dsp:nvSpPr>
      <dsp:spPr>
        <a:xfrm>
          <a:off x="0" y="1869947"/>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91778E-0FF9-4E07-8FF7-A7DA0F66DDBA}">
      <dsp:nvSpPr>
        <dsp:cNvPr id="0" name=""/>
        <dsp:cNvSpPr/>
      </dsp:nvSpPr>
      <dsp:spPr>
        <a:xfrm>
          <a:off x="0" y="1869947"/>
          <a:ext cx="10691265" cy="93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a:t>Static Data: Product data is hardcoded in the HTML, requiring manual code edits for any product or price update.</a:t>
          </a:r>
        </a:p>
      </dsp:txBody>
      <dsp:txXfrm>
        <a:off x="0" y="1869947"/>
        <a:ext cx="10691265" cy="934973"/>
      </dsp:txXfrm>
    </dsp:sp>
    <dsp:sp modelId="{03A6DB5B-3388-49FB-BF94-FC0D8F57C2FA}">
      <dsp:nvSpPr>
        <dsp:cNvPr id="0" name=""/>
        <dsp:cNvSpPr/>
      </dsp:nvSpPr>
      <dsp:spPr>
        <a:xfrm>
          <a:off x="0" y="2804921"/>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58A0CB-9CA7-442E-893A-DFD8C59DF9EE}">
      <dsp:nvSpPr>
        <dsp:cNvPr id="0" name=""/>
        <dsp:cNvSpPr/>
      </dsp:nvSpPr>
      <dsp:spPr>
        <a:xfrm>
          <a:off x="0" y="2804921"/>
          <a:ext cx="10691265" cy="93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a:t>Incomplete Billing/Checkout: The current files suggest a cart page and a billing form are planned but the logic for final payment and order submission is missing.</a:t>
          </a:r>
        </a:p>
      </dsp:txBody>
      <dsp:txXfrm>
        <a:off x="0" y="2804921"/>
        <a:ext cx="10691265" cy="9349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833976-2754-4696-9720-63D21D76FDAB}">
      <dsp:nvSpPr>
        <dsp:cNvPr id="0" name=""/>
        <dsp:cNvSpPr/>
      </dsp:nvSpPr>
      <dsp:spPr>
        <a:xfrm>
          <a:off x="0" y="2282"/>
          <a:ext cx="6171948" cy="11567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6769E5-7C14-4848-9ECD-6DDE3C889091}">
      <dsp:nvSpPr>
        <dsp:cNvPr id="0" name=""/>
        <dsp:cNvSpPr/>
      </dsp:nvSpPr>
      <dsp:spPr>
        <a:xfrm>
          <a:off x="349915" y="262549"/>
          <a:ext cx="636209" cy="636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072F1C-1307-4AE4-BBEB-439A69892045}">
      <dsp:nvSpPr>
        <dsp:cNvPr id="0" name=""/>
        <dsp:cNvSpPr/>
      </dsp:nvSpPr>
      <dsp:spPr>
        <a:xfrm>
          <a:off x="1336039" y="228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755650">
            <a:lnSpc>
              <a:spcPct val="90000"/>
            </a:lnSpc>
            <a:spcBef>
              <a:spcPct val="0"/>
            </a:spcBef>
            <a:spcAft>
              <a:spcPct val="35000"/>
            </a:spcAft>
          </a:pPr>
          <a:r>
            <a:rPr lang="en-US" sz="1700" kern="1200"/>
            <a:t>Implement Local Storage: Use JavaScript's localStorage to make the cart persistent across browser sessions.</a:t>
          </a:r>
        </a:p>
      </dsp:txBody>
      <dsp:txXfrm>
        <a:off x="1336039" y="2282"/>
        <a:ext cx="4835908" cy="1156744"/>
      </dsp:txXfrm>
    </dsp:sp>
    <dsp:sp modelId="{A6616AFD-5B6F-4B07-9921-69CECC3B8FD1}">
      <dsp:nvSpPr>
        <dsp:cNvPr id="0" name=""/>
        <dsp:cNvSpPr/>
      </dsp:nvSpPr>
      <dsp:spPr>
        <a:xfrm>
          <a:off x="0" y="1448212"/>
          <a:ext cx="6171948" cy="11567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84CBE2-CC10-4A84-8189-0CC874B96E94}">
      <dsp:nvSpPr>
        <dsp:cNvPr id="0" name=""/>
        <dsp:cNvSpPr/>
      </dsp:nvSpPr>
      <dsp:spPr>
        <a:xfrm>
          <a:off x="349915" y="1708480"/>
          <a:ext cx="636209" cy="636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20DF27-18A6-44C5-B357-1C22F20F028C}">
      <dsp:nvSpPr>
        <dsp:cNvPr id="0" name=""/>
        <dsp:cNvSpPr/>
      </dsp:nvSpPr>
      <dsp:spPr>
        <a:xfrm>
          <a:off x="1336039" y="1448212"/>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755650">
            <a:lnSpc>
              <a:spcPct val="90000"/>
            </a:lnSpc>
            <a:spcBef>
              <a:spcPct val="0"/>
            </a:spcBef>
            <a:spcAft>
              <a:spcPct val="35000"/>
            </a:spcAft>
          </a:pPr>
          <a:r>
            <a:rPr lang="en-US" sz="1700" kern="1200"/>
            <a:t>Back-end Integration: Integrate a back-end (e.g., Node.js/Express, MongoDB) to manage product data dynamically, save user orders, and handle payment processing.</a:t>
          </a:r>
        </a:p>
      </dsp:txBody>
      <dsp:txXfrm>
        <a:off x="1336039" y="1448212"/>
        <a:ext cx="4835908" cy="1156744"/>
      </dsp:txXfrm>
    </dsp:sp>
    <dsp:sp modelId="{A58E384A-741A-4B7D-BC28-F03C1BC4B3FE}">
      <dsp:nvSpPr>
        <dsp:cNvPr id="0" name=""/>
        <dsp:cNvSpPr/>
      </dsp:nvSpPr>
      <dsp:spPr>
        <a:xfrm>
          <a:off x="0" y="2894143"/>
          <a:ext cx="6171948" cy="115674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650486-EEB2-4633-A866-4BE9FC1D598B}">
      <dsp:nvSpPr>
        <dsp:cNvPr id="0" name=""/>
        <dsp:cNvSpPr/>
      </dsp:nvSpPr>
      <dsp:spPr>
        <a:xfrm>
          <a:off x="349915" y="3154410"/>
          <a:ext cx="636209" cy="636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2094C6-0938-43C6-93C8-49BAB8E58578}">
      <dsp:nvSpPr>
        <dsp:cNvPr id="0" name=""/>
        <dsp:cNvSpPr/>
      </dsp:nvSpPr>
      <dsp:spPr>
        <a:xfrm>
          <a:off x="1336039" y="289414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755650">
            <a:lnSpc>
              <a:spcPct val="90000"/>
            </a:lnSpc>
            <a:spcBef>
              <a:spcPct val="0"/>
            </a:spcBef>
            <a:spcAft>
              <a:spcPct val="35000"/>
            </a:spcAft>
          </a:pPr>
          <a:r>
            <a:rPr lang="en-US" sz="1700" kern="1200"/>
            <a:t>User Authentication: Add login/registration features for returning customers to save their preferences and order history.</a:t>
          </a:r>
        </a:p>
      </dsp:txBody>
      <dsp:txXfrm>
        <a:off x="1336039" y="2894143"/>
        <a:ext cx="4835908" cy="1156744"/>
      </dsp:txXfrm>
    </dsp:sp>
    <dsp:sp modelId="{DB7034DA-0340-4982-9877-11A266496373}">
      <dsp:nvSpPr>
        <dsp:cNvPr id="0" name=""/>
        <dsp:cNvSpPr/>
      </dsp:nvSpPr>
      <dsp:spPr>
        <a:xfrm>
          <a:off x="0" y="4340073"/>
          <a:ext cx="6171948" cy="115674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D056F0-8F2B-42D7-9D72-1A2D2A69A417}">
      <dsp:nvSpPr>
        <dsp:cNvPr id="0" name=""/>
        <dsp:cNvSpPr/>
      </dsp:nvSpPr>
      <dsp:spPr>
        <a:xfrm>
          <a:off x="349915" y="4600340"/>
          <a:ext cx="636209" cy="636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61897E-6C83-429B-BFD0-25C81C5F1D92}">
      <dsp:nvSpPr>
        <dsp:cNvPr id="0" name=""/>
        <dsp:cNvSpPr/>
      </dsp:nvSpPr>
      <dsp:spPr>
        <a:xfrm>
          <a:off x="1336039" y="4340073"/>
          <a:ext cx="4835908"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lvl="0" algn="l" defTabSz="755650">
            <a:lnSpc>
              <a:spcPct val="90000"/>
            </a:lnSpc>
            <a:spcBef>
              <a:spcPct val="0"/>
            </a:spcBef>
            <a:spcAft>
              <a:spcPct val="35000"/>
            </a:spcAft>
          </a:pPr>
          <a:r>
            <a:rPr lang="en-US" sz="1700" kern="1200"/>
            <a:t>Admin Panel: Create a separate interface for the bakery owner to update the menu, manage inventory, and track orders.</a:t>
          </a:r>
        </a:p>
      </dsp:txBody>
      <dsp:txXfrm>
        <a:off x="1336039" y="4340073"/>
        <a:ext cx="4835908" cy="11567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5CA55D-54FB-443A-8359-F34DE339E26E}">
      <dsp:nvSpPr>
        <dsp:cNvPr id="0" name=""/>
        <dsp:cNvSpPr/>
      </dsp:nvSpPr>
      <dsp:spPr>
        <a:xfrm>
          <a:off x="6421" y="665679"/>
          <a:ext cx="2007325" cy="240879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279" tIns="0" rIns="198279" bIns="330200" numCol="1" spcCol="1270" anchor="t" anchorCtr="0">
          <a:noAutofit/>
        </a:bodyPr>
        <a:lstStyle/>
        <a:p>
          <a:pPr lvl="0" algn="l" defTabSz="800100">
            <a:lnSpc>
              <a:spcPct val="90000"/>
            </a:lnSpc>
            <a:spcBef>
              <a:spcPct val="0"/>
            </a:spcBef>
            <a:spcAft>
              <a:spcPct val="35000"/>
            </a:spcAft>
          </a:pPr>
          <a:r>
            <a:rPr lang="en-US" sz="1800" kern="1200"/>
            <a:t>Index.html</a:t>
          </a:r>
        </a:p>
      </dsp:txBody>
      <dsp:txXfrm>
        <a:off x="6421" y="1629195"/>
        <a:ext cx="2007325" cy="1445274"/>
      </dsp:txXfrm>
    </dsp:sp>
    <dsp:sp modelId="{7D10D057-CB8D-4C9E-A11C-E79E959B46EA}">
      <dsp:nvSpPr>
        <dsp:cNvPr id="0" name=""/>
        <dsp:cNvSpPr/>
      </dsp:nvSpPr>
      <dsp:spPr>
        <a:xfrm>
          <a:off x="6421" y="665679"/>
          <a:ext cx="2007325" cy="9635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8279" tIns="165100" rIns="198279" bIns="165100" numCol="1" spcCol="1270" anchor="ctr" anchorCtr="0">
          <a:noAutofit/>
        </a:bodyPr>
        <a:lstStyle/>
        <a:p>
          <a:pPr lvl="0" algn="l" defTabSz="2133600">
            <a:lnSpc>
              <a:spcPct val="90000"/>
            </a:lnSpc>
            <a:spcBef>
              <a:spcPct val="0"/>
            </a:spcBef>
            <a:spcAft>
              <a:spcPct val="35000"/>
            </a:spcAft>
          </a:pPr>
          <a:r>
            <a:rPr lang="en-US" sz="4800" kern="1200"/>
            <a:t>01</a:t>
          </a:r>
        </a:p>
      </dsp:txBody>
      <dsp:txXfrm>
        <a:off x="6421" y="665679"/>
        <a:ext cx="2007325" cy="963516"/>
      </dsp:txXfrm>
    </dsp:sp>
    <dsp:sp modelId="{027283E5-2F29-4F94-8726-9B6C44462693}">
      <dsp:nvSpPr>
        <dsp:cNvPr id="0" name=""/>
        <dsp:cNvSpPr/>
      </dsp:nvSpPr>
      <dsp:spPr>
        <a:xfrm>
          <a:off x="2174332" y="665679"/>
          <a:ext cx="2007325" cy="240879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279" tIns="0" rIns="198279" bIns="330200" numCol="1" spcCol="1270" anchor="t" anchorCtr="0">
          <a:noAutofit/>
        </a:bodyPr>
        <a:lstStyle/>
        <a:p>
          <a:pPr lvl="0" algn="l" defTabSz="800100">
            <a:lnSpc>
              <a:spcPct val="90000"/>
            </a:lnSpc>
            <a:spcBef>
              <a:spcPct val="0"/>
            </a:spcBef>
            <a:spcAft>
              <a:spcPct val="35000"/>
            </a:spcAft>
          </a:pPr>
          <a:r>
            <a:rPr lang="en-US" sz="1800" kern="1200"/>
            <a:t>ContactUs.html</a:t>
          </a:r>
        </a:p>
      </dsp:txBody>
      <dsp:txXfrm>
        <a:off x="2174332" y="1629195"/>
        <a:ext cx="2007325" cy="1445274"/>
      </dsp:txXfrm>
    </dsp:sp>
    <dsp:sp modelId="{F955A00E-A8DB-4F31-B2E3-20C174B330FE}">
      <dsp:nvSpPr>
        <dsp:cNvPr id="0" name=""/>
        <dsp:cNvSpPr/>
      </dsp:nvSpPr>
      <dsp:spPr>
        <a:xfrm>
          <a:off x="2174332" y="665679"/>
          <a:ext cx="2007325" cy="9635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8279" tIns="165100" rIns="198279" bIns="165100" numCol="1" spcCol="1270" anchor="ctr" anchorCtr="0">
          <a:noAutofit/>
        </a:bodyPr>
        <a:lstStyle/>
        <a:p>
          <a:pPr lvl="0" algn="l" defTabSz="2133600">
            <a:lnSpc>
              <a:spcPct val="90000"/>
            </a:lnSpc>
            <a:spcBef>
              <a:spcPct val="0"/>
            </a:spcBef>
            <a:spcAft>
              <a:spcPct val="35000"/>
            </a:spcAft>
          </a:pPr>
          <a:r>
            <a:rPr lang="en-US" sz="4800" kern="1200"/>
            <a:t>02</a:t>
          </a:r>
        </a:p>
      </dsp:txBody>
      <dsp:txXfrm>
        <a:off x="2174332" y="665679"/>
        <a:ext cx="2007325" cy="963516"/>
      </dsp:txXfrm>
    </dsp:sp>
    <dsp:sp modelId="{C5B7B156-6F59-4909-85F9-510773963595}">
      <dsp:nvSpPr>
        <dsp:cNvPr id="0" name=""/>
        <dsp:cNvSpPr/>
      </dsp:nvSpPr>
      <dsp:spPr>
        <a:xfrm>
          <a:off x="4342243" y="665679"/>
          <a:ext cx="2007325" cy="240879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279" tIns="0" rIns="198279" bIns="330200" numCol="1" spcCol="1270" anchor="t" anchorCtr="0">
          <a:noAutofit/>
        </a:bodyPr>
        <a:lstStyle/>
        <a:p>
          <a:pPr lvl="0" algn="l" defTabSz="800100">
            <a:lnSpc>
              <a:spcPct val="90000"/>
            </a:lnSpc>
            <a:spcBef>
              <a:spcPct val="0"/>
            </a:spcBef>
            <a:spcAft>
              <a:spcPct val="35000"/>
            </a:spcAft>
          </a:pPr>
          <a:r>
            <a:rPr lang="en-US" sz="1800" kern="1200"/>
            <a:t>Cart.html</a:t>
          </a:r>
        </a:p>
      </dsp:txBody>
      <dsp:txXfrm>
        <a:off x="4342243" y="1629195"/>
        <a:ext cx="2007325" cy="1445274"/>
      </dsp:txXfrm>
    </dsp:sp>
    <dsp:sp modelId="{CB557605-33A7-4651-92BB-6B217166D899}">
      <dsp:nvSpPr>
        <dsp:cNvPr id="0" name=""/>
        <dsp:cNvSpPr/>
      </dsp:nvSpPr>
      <dsp:spPr>
        <a:xfrm>
          <a:off x="4342243" y="665679"/>
          <a:ext cx="2007325" cy="9635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8279" tIns="165100" rIns="198279" bIns="165100" numCol="1" spcCol="1270" anchor="ctr" anchorCtr="0">
          <a:noAutofit/>
        </a:bodyPr>
        <a:lstStyle/>
        <a:p>
          <a:pPr lvl="0" algn="l" defTabSz="2133600">
            <a:lnSpc>
              <a:spcPct val="90000"/>
            </a:lnSpc>
            <a:spcBef>
              <a:spcPct val="0"/>
            </a:spcBef>
            <a:spcAft>
              <a:spcPct val="35000"/>
            </a:spcAft>
          </a:pPr>
          <a:r>
            <a:rPr lang="en-US" sz="4800" kern="1200"/>
            <a:t>03</a:t>
          </a:r>
        </a:p>
      </dsp:txBody>
      <dsp:txXfrm>
        <a:off x="4342243" y="665679"/>
        <a:ext cx="2007325" cy="963516"/>
      </dsp:txXfrm>
    </dsp:sp>
    <dsp:sp modelId="{5A25CF63-A66F-45D8-AC70-8C98AACDBB67}">
      <dsp:nvSpPr>
        <dsp:cNvPr id="0" name=""/>
        <dsp:cNvSpPr/>
      </dsp:nvSpPr>
      <dsp:spPr>
        <a:xfrm>
          <a:off x="6510154" y="665679"/>
          <a:ext cx="2007325" cy="240879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279" tIns="0" rIns="198279" bIns="330200" numCol="1" spcCol="1270" anchor="t" anchorCtr="0">
          <a:noAutofit/>
        </a:bodyPr>
        <a:lstStyle/>
        <a:p>
          <a:pPr lvl="0" algn="l" defTabSz="800100">
            <a:lnSpc>
              <a:spcPct val="90000"/>
            </a:lnSpc>
            <a:spcBef>
              <a:spcPct val="0"/>
            </a:spcBef>
            <a:spcAft>
              <a:spcPct val="35000"/>
            </a:spcAft>
          </a:pPr>
          <a:r>
            <a:rPr lang="en-US" sz="1800" kern="1200"/>
            <a:t>Style.css</a:t>
          </a:r>
        </a:p>
      </dsp:txBody>
      <dsp:txXfrm>
        <a:off x="6510154" y="1629195"/>
        <a:ext cx="2007325" cy="1445274"/>
      </dsp:txXfrm>
    </dsp:sp>
    <dsp:sp modelId="{E77BE141-7624-4AD6-92F2-3921AA4908B3}">
      <dsp:nvSpPr>
        <dsp:cNvPr id="0" name=""/>
        <dsp:cNvSpPr/>
      </dsp:nvSpPr>
      <dsp:spPr>
        <a:xfrm>
          <a:off x="6510154" y="665679"/>
          <a:ext cx="2007325" cy="9635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8279" tIns="165100" rIns="198279" bIns="165100" numCol="1" spcCol="1270" anchor="ctr" anchorCtr="0">
          <a:noAutofit/>
        </a:bodyPr>
        <a:lstStyle/>
        <a:p>
          <a:pPr lvl="0" algn="l" defTabSz="2133600">
            <a:lnSpc>
              <a:spcPct val="90000"/>
            </a:lnSpc>
            <a:spcBef>
              <a:spcPct val="0"/>
            </a:spcBef>
            <a:spcAft>
              <a:spcPct val="35000"/>
            </a:spcAft>
          </a:pPr>
          <a:r>
            <a:rPr lang="en-US" sz="4800" kern="1200"/>
            <a:t>04</a:t>
          </a:r>
        </a:p>
      </dsp:txBody>
      <dsp:txXfrm>
        <a:off x="6510154" y="665679"/>
        <a:ext cx="2007325" cy="963516"/>
      </dsp:txXfrm>
    </dsp:sp>
    <dsp:sp modelId="{E1FDDB7F-6204-4A43-9884-0EFC1D0F32B6}">
      <dsp:nvSpPr>
        <dsp:cNvPr id="0" name=""/>
        <dsp:cNvSpPr/>
      </dsp:nvSpPr>
      <dsp:spPr>
        <a:xfrm>
          <a:off x="8678065" y="665679"/>
          <a:ext cx="2007325" cy="240879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279" tIns="0" rIns="198279" bIns="330200" numCol="1" spcCol="1270" anchor="t" anchorCtr="0">
          <a:noAutofit/>
        </a:bodyPr>
        <a:lstStyle/>
        <a:p>
          <a:pPr lvl="0" algn="l" defTabSz="800100">
            <a:lnSpc>
              <a:spcPct val="90000"/>
            </a:lnSpc>
            <a:spcBef>
              <a:spcPct val="0"/>
            </a:spcBef>
            <a:spcAft>
              <a:spcPct val="35000"/>
            </a:spcAft>
          </a:pPr>
          <a:r>
            <a:rPr lang="en-US" sz="1800" kern="1200"/>
            <a:t>Script.js</a:t>
          </a:r>
        </a:p>
      </dsp:txBody>
      <dsp:txXfrm>
        <a:off x="8678065" y="1629195"/>
        <a:ext cx="2007325" cy="1445274"/>
      </dsp:txXfrm>
    </dsp:sp>
    <dsp:sp modelId="{C029DCA2-58ED-41CA-A74F-58C77630436F}">
      <dsp:nvSpPr>
        <dsp:cNvPr id="0" name=""/>
        <dsp:cNvSpPr/>
      </dsp:nvSpPr>
      <dsp:spPr>
        <a:xfrm>
          <a:off x="8678065" y="665679"/>
          <a:ext cx="2007325" cy="9635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8279" tIns="165100" rIns="198279" bIns="165100" numCol="1" spcCol="1270" anchor="ctr" anchorCtr="0">
          <a:noAutofit/>
        </a:bodyPr>
        <a:lstStyle/>
        <a:p>
          <a:pPr lvl="0" algn="l" defTabSz="2133600">
            <a:lnSpc>
              <a:spcPct val="90000"/>
            </a:lnSpc>
            <a:spcBef>
              <a:spcPct val="0"/>
            </a:spcBef>
            <a:spcAft>
              <a:spcPct val="35000"/>
            </a:spcAft>
          </a:pPr>
          <a:r>
            <a:rPr lang="en-US" sz="4800" kern="1200"/>
            <a:t>05</a:t>
          </a:r>
        </a:p>
      </dsp:txBody>
      <dsp:txXfrm>
        <a:off x="8678065" y="665679"/>
        <a:ext cx="2007325" cy="9635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xmlns="">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FFD1D7-5ECF-484B-9E33-5A1E01BDEB07}"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537D6-E74E-49AB-97BE-3172A618F6BA}" type="slidenum">
              <a:rPr lang="en-US" smtClean="0"/>
              <a:t>‹#›</a:t>
            </a:fld>
            <a:endParaRPr lang="en-US"/>
          </a:p>
        </p:txBody>
      </p:sp>
    </p:spTree>
    <p:extLst>
      <p:ext uri="{BB962C8B-B14F-4D97-AF65-F5344CB8AC3E}">
        <p14:creationId xmlns:p14="http://schemas.microsoft.com/office/powerpoint/2010/main" val="151779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C537D6-E74E-49AB-97BE-3172A618F6BA}" type="slidenum">
              <a:rPr lang="en-US" smtClean="0"/>
              <a:t>1</a:t>
            </a:fld>
            <a:endParaRPr lang="en-US"/>
          </a:p>
        </p:txBody>
      </p:sp>
    </p:spTree>
    <p:extLst>
      <p:ext uri="{BB962C8B-B14F-4D97-AF65-F5344CB8AC3E}">
        <p14:creationId xmlns:p14="http://schemas.microsoft.com/office/powerpoint/2010/main" val="2442552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C537D6-E74E-49AB-97BE-3172A618F6BA}" type="slidenum">
              <a:rPr lang="en-US" smtClean="0"/>
              <a:t>5</a:t>
            </a:fld>
            <a:endParaRPr lang="en-US"/>
          </a:p>
        </p:txBody>
      </p:sp>
    </p:spTree>
    <p:extLst>
      <p:ext uri="{BB962C8B-B14F-4D97-AF65-F5344CB8AC3E}">
        <p14:creationId xmlns:p14="http://schemas.microsoft.com/office/powerpoint/2010/main" val="503012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C537D6-E74E-49AB-97BE-3172A618F6BA}" type="slidenum">
              <a:rPr lang="en-US" smtClean="0"/>
              <a:t>6</a:t>
            </a:fld>
            <a:endParaRPr lang="en-US"/>
          </a:p>
        </p:txBody>
      </p:sp>
    </p:spTree>
    <p:extLst>
      <p:ext uri="{BB962C8B-B14F-4D97-AF65-F5344CB8AC3E}">
        <p14:creationId xmlns:p14="http://schemas.microsoft.com/office/powerpoint/2010/main" val="1201581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12/2/2025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269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12/2/2025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93043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12/2/2025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431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12/2/2025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78750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12/2/2025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67280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12/2/2025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41973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12/2/2025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13243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12/2/2025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96668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12/2/2025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06751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12/2/2025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6391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12/2/2025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30741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12/2/2025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60530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33E93247-6229-44AB-A550-739E971E69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6B302A-2CE3-DC9E-E215-B8DCBB2840D0}"/>
              </a:ext>
            </a:extLst>
          </p:cNvPr>
          <p:cNvSpPr>
            <a:spLocks noGrp="1"/>
          </p:cNvSpPr>
          <p:nvPr>
            <p:ph type="ctrTitle"/>
          </p:nvPr>
        </p:nvSpPr>
        <p:spPr>
          <a:xfrm>
            <a:off x="703400" y="899025"/>
            <a:ext cx="4917754" cy="3792926"/>
          </a:xfrm>
        </p:spPr>
        <p:txBody>
          <a:bodyPr>
            <a:noAutofit/>
          </a:bodyPr>
          <a:lstStyle/>
          <a:p>
            <a:pPr>
              <a:lnSpc>
                <a:spcPct val="90000"/>
              </a:lnSpc>
            </a:pPr>
            <a:r>
              <a:rPr lang="en-US" sz="2000" b="1"/>
              <a:t>ICT Final Project</a:t>
            </a:r>
            <a:r>
              <a:rPr lang="en-US" sz="2000"/>
              <a:t/>
            </a:r>
            <a:br>
              <a:rPr lang="en-US" sz="2000"/>
            </a:br>
            <a:r>
              <a:rPr lang="en-US" sz="2000" b="1"/>
              <a:t>FAST – NUCES</a:t>
            </a:r>
            <a:r>
              <a:rPr lang="en-US" sz="2000"/>
              <a:t/>
            </a:r>
            <a:br>
              <a:rPr lang="en-US" sz="2000"/>
            </a:br>
            <a:r>
              <a:rPr lang="en-US" sz="2000" b="1"/>
              <a:t>CS – Fall 2025</a:t>
            </a:r>
            <a:r>
              <a:rPr lang="en-US" sz="2000"/>
              <a:t/>
            </a:r>
            <a:br>
              <a:rPr lang="en-US" sz="2000"/>
            </a:br>
            <a:r>
              <a:rPr lang="en-US" sz="2000" b="1"/>
              <a:t>30</a:t>
            </a:r>
            <a:r>
              <a:rPr lang="en-US" sz="2000" b="1" baseline="30000"/>
              <a:t>th</a:t>
            </a:r>
            <a:r>
              <a:rPr lang="en-US" sz="2000" b="1"/>
              <a:t> Nov 2025</a:t>
            </a:r>
            <a:r>
              <a:rPr lang="en-US" sz="2000"/>
              <a:t/>
            </a:r>
            <a:br>
              <a:rPr lang="en-US" sz="2000"/>
            </a:br>
            <a:r>
              <a:rPr lang="en-US" sz="2000" b="1"/>
              <a:t> </a:t>
            </a:r>
            <a:r>
              <a:rPr lang="en-US" sz="2000"/>
              <a:t/>
            </a:r>
            <a:br>
              <a:rPr lang="en-US" sz="2000"/>
            </a:br>
            <a:r>
              <a:rPr lang="en-US" sz="2000" b="1"/>
              <a:t>Submitted By:</a:t>
            </a:r>
            <a:r>
              <a:rPr lang="en-US" sz="2000"/>
              <a:t/>
            </a:r>
            <a:br>
              <a:rPr lang="en-US" sz="2000"/>
            </a:br>
            <a:r>
              <a:rPr lang="en-US" sz="2000"/>
              <a:t>Bushra Saeed | 25K-0669</a:t>
            </a:r>
            <a:br>
              <a:rPr lang="en-US" sz="2000"/>
            </a:br>
            <a:r>
              <a:rPr lang="en-US" sz="2000"/>
              <a:t>Manaal Mehtab | 25K-0960</a:t>
            </a:r>
            <a:br>
              <a:rPr lang="en-US" sz="2000"/>
            </a:br>
            <a:r>
              <a:rPr lang="en-US" sz="2000"/>
              <a:t>Muhammad Zohaan | 25K-0726</a:t>
            </a:r>
            <a:br>
              <a:rPr lang="en-US" sz="2000"/>
            </a:br>
            <a:r>
              <a:rPr lang="en-US" sz="2000"/>
              <a:t> </a:t>
            </a:r>
            <a:br>
              <a:rPr lang="en-US" sz="2000"/>
            </a:br>
            <a:r>
              <a:rPr lang="en-US" sz="2000"/>
              <a:t> </a:t>
            </a:r>
            <a:r>
              <a:rPr lang="en-US" sz="2000" b="1"/>
              <a:t>Submitted To:</a:t>
            </a:r>
            <a:r>
              <a:rPr lang="en-US" sz="2000"/>
              <a:t/>
            </a:r>
            <a:br>
              <a:rPr lang="en-US" sz="2000"/>
            </a:br>
            <a:r>
              <a:rPr lang="en-US" sz="2000"/>
              <a:t>Sir Osama Tahir</a:t>
            </a:r>
            <a:br>
              <a:rPr lang="en-US" sz="2000"/>
            </a:br>
            <a:r>
              <a:rPr lang="en-US" sz="2000"/>
              <a:t> </a:t>
            </a:r>
            <a:br>
              <a:rPr lang="en-US" sz="2000"/>
            </a:br>
            <a:r>
              <a:rPr lang="en-US" sz="2000"/>
              <a:t> </a:t>
            </a:r>
            <a:br>
              <a:rPr lang="en-US" sz="2000"/>
            </a:br>
            <a:r>
              <a:rPr lang="en-US" sz="2000" b="1"/>
              <a:t>Project Title:</a:t>
            </a:r>
            <a:r>
              <a:rPr lang="en-US" sz="2000"/>
              <a:t/>
            </a:r>
            <a:br>
              <a:rPr lang="en-US" sz="2000"/>
            </a:br>
            <a:r>
              <a:rPr lang="en-US" sz="2000"/>
              <a:t>Bakery Ordering System – BMZ Bites</a:t>
            </a:r>
            <a:br>
              <a:rPr lang="en-US" sz="2000"/>
            </a:br>
            <a:r>
              <a:rPr lang="en-US" sz="2000"/>
              <a:t> </a:t>
            </a:r>
            <a:br>
              <a:rPr lang="en-US" sz="2000"/>
            </a:br>
            <a:r>
              <a:rPr lang="en-US" sz="2000"/>
              <a:t> </a:t>
            </a:r>
            <a:br>
              <a:rPr lang="en-US" sz="2000"/>
            </a:br>
            <a:endParaRPr lang="en-US" sz="2000"/>
          </a:p>
        </p:txBody>
      </p:sp>
      <p:cxnSp>
        <p:nvCxnSpPr>
          <p:cNvPr id="68" name="Straight Connector 67">
            <a:extLst>
              <a:ext uri="{FF2B5EF4-FFF2-40B4-BE49-F238E27FC236}">
                <a16:creationId xmlns:a16="http://schemas.microsoft.com/office/drawing/2014/main" id="{EE2E603F-4A95-4FE8-BB06-211DFD75DBEF}"/>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76813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BF2B36B-4D1C-9E0A-B17B-23D805AECA9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76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descr="A screenshot of a menu&#10;&#10;AI-generated content may be incorrect.">
            <a:extLst>
              <a:ext uri="{FF2B5EF4-FFF2-40B4-BE49-F238E27FC236}">
                <a16:creationId xmlns:a16="http://schemas.microsoft.com/office/drawing/2014/main" id="{A7CEC755-60A4-E383-869F-530BEC91E0A1}"/>
              </a:ext>
            </a:extLst>
          </p:cNvPr>
          <p:cNvPicPr>
            <a:picLocks noChangeAspect="1"/>
          </p:cNvPicPr>
          <p:nvPr/>
        </p:nvPicPr>
        <p:blipFill>
          <a:blip r:embed="rId3">
            <a:extLst>
              <a:ext uri="{28A0092B-C50C-407E-A947-70E740481C1C}">
                <a14:useLocalDpi xmlns:a14="http://schemas.microsoft.com/office/drawing/2010/main" val="0"/>
              </a:ext>
            </a:extLst>
          </a:blip>
          <a:srcRect l="19783" r="26417" b="-1"/>
          <a:stretch>
            <a:fillRect/>
          </a:stretch>
        </p:blipFill>
        <p:spPr>
          <a:xfrm>
            <a:off x="6217920" y="723901"/>
            <a:ext cx="5244454" cy="5410200"/>
          </a:xfrm>
          <a:prstGeom prst="rect">
            <a:avLst/>
          </a:prstGeom>
        </p:spPr>
      </p:pic>
    </p:spTree>
    <p:extLst>
      <p:ext uri="{BB962C8B-B14F-4D97-AF65-F5344CB8AC3E}">
        <p14:creationId xmlns:p14="http://schemas.microsoft.com/office/powerpoint/2010/main" val="318037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8D244F-A88B-F66B-B74B-09E40B832597}"/>
              </a:ext>
            </a:extLst>
          </p:cNvPr>
          <p:cNvSpPr>
            <a:spLocks noGrp="1"/>
          </p:cNvSpPr>
          <p:nvPr>
            <p:ph type="title"/>
          </p:nvPr>
        </p:nvSpPr>
        <p:spPr>
          <a:xfrm>
            <a:off x="700088" y="909637"/>
            <a:ext cx="6400800" cy="1307592"/>
          </a:xfrm>
        </p:spPr>
        <p:txBody>
          <a:bodyPr>
            <a:normAutofit/>
          </a:bodyPr>
          <a:lstStyle/>
          <a:p>
            <a:r>
              <a:rPr lang="en-US" dirty="0"/>
              <a:t>introduction</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768F88D-F73B-F613-BEF3-669A192480A9}"/>
              </a:ext>
            </a:extLst>
          </p:cNvPr>
          <p:cNvSpPr>
            <a:spLocks noGrp="1"/>
          </p:cNvSpPr>
          <p:nvPr>
            <p:ph idx="1"/>
          </p:nvPr>
        </p:nvSpPr>
        <p:spPr>
          <a:xfrm>
            <a:off x="700088" y="2221992"/>
            <a:ext cx="6400800" cy="3739896"/>
          </a:xfrm>
        </p:spPr>
        <p:txBody>
          <a:bodyPr>
            <a:normAutofit/>
          </a:bodyPr>
          <a:lstStyle/>
          <a:p>
            <a:pPr>
              <a:lnSpc>
                <a:spcPct val="100000"/>
              </a:lnSpc>
            </a:pPr>
            <a:r>
              <a:rPr lang="en-US" dirty="0"/>
              <a:t>The online bakery ordering system, BMZ Bites, is a web-based application. Its purpose is to provide a user with an easy-to-navigate and convenient system for ordering bakery items online. It has a responsive online menu and ordering interface. Moreover, it displays products with prices and has a straightforward cart system included as well. The system ensures that product categories are segregated and easy to navigate. The system has been implemented via HTML for structure, CSS for styling and JavaScript for interactive features. </a:t>
            </a:r>
            <a:endParaRPr lang="en-US"/>
          </a:p>
          <a:p>
            <a:pPr>
              <a:lnSpc>
                <a:spcPct val="100000"/>
              </a:lnSpc>
            </a:pPr>
            <a:endParaRPr lang="en-US"/>
          </a:p>
          <a:p>
            <a:pPr>
              <a:lnSpc>
                <a:spcPct val="100000"/>
              </a:lnSpc>
            </a:pPr>
            <a:endParaRPr lang="en-US"/>
          </a:p>
        </p:txBody>
      </p:sp>
      <p:pic>
        <p:nvPicPr>
          <p:cNvPr id="7" name="Graphic 6" descr="Pie">
            <a:extLst>
              <a:ext uri="{FF2B5EF4-FFF2-40B4-BE49-F238E27FC236}">
                <a16:creationId xmlns:a16="http://schemas.microsoft.com/office/drawing/2014/main" id="{15BAC1EE-9570-7EF1-9DE7-82B03FF3C9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3204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6DBB95-4E8E-1066-39EE-FE355B64785A}"/>
              </a:ext>
            </a:extLst>
          </p:cNvPr>
          <p:cNvSpPr>
            <a:spLocks noGrp="1"/>
          </p:cNvSpPr>
          <p:nvPr>
            <p:ph type="title"/>
          </p:nvPr>
        </p:nvSpPr>
        <p:spPr>
          <a:xfrm>
            <a:off x="704088" y="914400"/>
            <a:ext cx="3914776" cy="3977269"/>
          </a:xfrm>
        </p:spPr>
        <p:txBody>
          <a:bodyPr>
            <a:normAutofit/>
          </a:bodyPr>
          <a:lstStyle/>
          <a:p>
            <a:r>
              <a:rPr lang="en-US" dirty="0"/>
              <a:t>OBJECTIVES</a:t>
            </a:r>
          </a:p>
        </p:txBody>
      </p:sp>
      <p:cxnSp>
        <p:nvCxnSpPr>
          <p:cNvPr id="11"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462679C-4FC0-C101-C84B-2242221AC3F7}"/>
              </a:ext>
            </a:extLst>
          </p:cNvPr>
          <p:cNvGraphicFramePr>
            <a:graphicFrameLocks noGrp="1"/>
          </p:cNvGraphicFramePr>
          <p:nvPr>
            <p:ph idx="1"/>
            <p:extLst>
              <p:ext uri="{D42A27DB-BD31-4B8C-83A1-F6EECF244321}">
                <p14:modId xmlns:p14="http://schemas.microsoft.com/office/powerpoint/2010/main" val="2580681841"/>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6017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55D288-E902-44E2-FF87-3E2FEE018F4A}"/>
              </a:ext>
            </a:extLst>
          </p:cNvPr>
          <p:cNvSpPr>
            <a:spLocks noGrp="1"/>
          </p:cNvSpPr>
          <p:nvPr>
            <p:ph type="title"/>
          </p:nvPr>
        </p:nvSpPr>
        <p:spPr>
          <a:xfrm>
            <a:off x="704088" y="914400"/>
            <a:ext cx="5195889" cy="1316736"/>
          </a:xfrm>
        </p:spPr>
        <p:txBody>
          <a:bodyPr>
            <a:normAutofit/>
          </a:bodyPr>
          <a:lstStyle/>
          <a:p>
            <a:r>
              <a:rPr lang="en-US" dirty="0"/>
              <a:t>SYSTEM DESIGN</a:t>
            </a:r>
          </a:p>
        </p:txBody>
      </p:sp>
      <p:cxnSp>
        <p:nvCxnSpPr>
          <p:cNvPr id="11" name="Straight Connector 10">
            <a:extLst>
              <a:ext uri="{FF2B5EF4-FFF2-40B4-BE49-F238E27FC236}">
                <a16:creationId xmlns:a16="http://schemas.microsoft.com/office/drawing/2014/main" id="{F2B951FD-94F7-E138-3EC2-A66A551D913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99E09D9-E600-7F3F-B096-151BA24A478B}"/>
              </a:ext>
            </a:extLst>
          </p:cNvPr>
          <p:cNvSpPr>
            <a:spLocks noGrp="1"/>
          </p:cNvSpPr>
          <p:nvPr>
            <p:ph idx="1"/>
          </p:nvPr>
        </p:nvSpPr>
        <p:spPr>
          <a:xfrm>
            <a:off x="704088" y="2231136"/>
            <a:ext cx="5195889" cy="3931920"/>
          </a:xfrm>
        </p:spPr>
        <p:txBody>
          <a:bodyPr>
            <a:normAutofit/>
          </a:bodyPr>
          <a:lstStyle/>
          <a:p>
            <a:pPr marL="0" lvl="0" indent="0">
              <a:lnSpc>
                <a:spcPct val="100000"/>
              </a:lnSpc>
              <a:buNone/>
            </a:pPr>
            <a:r>
              <a:rPr lang="en-US" sz="1400" b="1"/>
              <a:t>1. System Overview:</a:t>
            </a:r>
            <a:endParaRPr lang="en-US" sz="1400"/>
          </a:p>
          <a:p>
            <a:pPr lvl="0">
              <a:lnSpc>
                <a:spcPct val="100000"/>
              </a:lnSpc>
            </a:pPr>
            <a:r>
              <a:rPr lang="en-US" sz="1400"/>
              <a:t>HTML provides the structure for the entire website with index.html, contactus.html and cart.html</a:t>
            </a:r>
          </a:p>
          <a:p>
            <a:pPr lvl="0">
              <a:lnSpc>
                <a:spcPct val="100000"/>
              </a:lnSpc>
            </a:pPr>
            <a:r>
              <a:rPr lang="en-US" sz="1400"/>
              <a:t>Style.css handles layout, colors and fonts</a:t>
            </a:r>
          </a:p>
          <a:p>
            <a:pPr lvl="0">
              <a:lnSpc>
                <a:spcPct val="100000"/>
              </a:lnSpc>
            </a:pPr>
            <a:r>
              <a:rPr lang="en-US" sz="1400"/>
              <a:t>Script.js manages the interactive core functionality with add to cart system</a:t>
            </a:r>
          </a:p>
          <a:p>
            <a:pPr>
              <a:lnSpc>
                <a:spcPct val="100000"/>
              </a:lnSpc>
            </a:pPr>
            <a:r>
              <a:rPr lang="en-US" sz="1400" b="1"/>
              <a:t> </a:t>
            </a:r>
            <a:endParaRPr lang="en-US" sz="1400"/>
          </a:p>
          <a:p>
            <a:pPr marL="0" lvl="0" indent="0">
              <a:lnSpc>
                <a:spcPct val="100000"/>
              </a:lnSpc>
              <a:buNone/>
            </a:pPr>
            <a:r>
              <a:rPr lang="en-US" sz="1400" b="1"/>
              <a:t>2. Input &amp; Output:</a:t>
            </a:r>
            <a:endParaRPr lang="en-US" sz="1400"/>
          </a:p>
          <a:p>
            <a:pPr lvl="0">
              <a:lnSpc>
                <a:spcPct val="100000"/>
              </a:lnSpc>
            </a:pPr>
            <a:r>
              <a:rPr lang="en-US" sz="1400"/>
              <a:t>Input: User can interact with buttons such as contact and menu and cart while hovering over home and navigating the website.</a:t>
            </a:r>
          </a:p>
          <a:p>
            <a:pPr lvl="0">
              <a:lnSpc>
                <a:spcPct val="100000"/>
              </a:lnSpc>
            </a:pPr>
            <a:r>
              <a:rPr lang="en-US" sz="1400"/>
              <a:t>Output: Display of the menu and products with images and updating cart.</a:t>
            </a:r>
          </a:p>
          <a:p>
            <a:pPr>
              <a:lnSpc>
                <a:spcPct val="100000"/>
              </a:lnSpc>
            </a:pPr>
            <a:endParaRPr lang="en-US" sz="1400"/>
          </a:p>
        </p:txBody>
      </p:sp>
      <p:pic>
        <p:nvPicPr>
          <p:cNvPr id="5" name="Picture 4">
            <a:extLst>
              <a:ext uri="{FF2B5EF4-FFF2-40B4-BE49-F238E27FC236}">
                <a16:creationId xmlns:a16="http://schemas.microsoft.com/office/drawing/2014/main" id="{F16DF2F3-3554-C6DD-A9F7-2FF90E365DBF}"/>
              </a:ext>
            </a:extLst>
          </p:cNvPr>
          <p:cNvPicPr>
            <a:picLocks noChangeAspect="1"/>
          </p:cNvPicPr>
          <p:nvPr/>
        </p:nvPicPr>
        <p:blipFill>
          <a:blip r:embed="rId2"/>
          <a:srcRect l="21438" r="19023" b="-1"/>
          <a:stretch>
            <a:fillRect/>
          </a:stretch>
        </p:blipFill>
        <p:spPr>
          <a:xfrm>
            <a:off x="6420752" y="-1"/>
            <a:ext cx="5771248" cy="6857999"/>
          </a:xfrm>
          <a:prstGeom prst="rect">
            <a:avLst/>
          </a:prstGeom>
        </p:spPr>
      </p:pic>
    </p:spTree>
    <p:extLst>
      <p:ext uri="{BB962C8B-B14F-4D97-AF65-F5344CB8AC3E}">
        <p14:creationId xmlns:p14="http://schemas.microsoft.com/office/powerpoint/2010/main" val="648363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2A1C8-5018-CE99-1E96-7AA702A51143}"/>
              </a:ext>
            </a:extLst>
          </p:cNvPr>
          <p:cNvSpPr>
            <a:spLocks noGrp="1"/>
          </p:cNvSpPr>
          <p:nvPr>
            <p:ph type="title"/>
          </p:nvPr>
        </p:nvSpPr>
        <p:spPr/>
        <p:txBody>
          <a:bodyPr>
            <a:normAutofit fontScale="90000"/>
          </a:bodyPr>
          <a:lstStyle/>
          <a:p>
            <a:r>
              <a:rPr lang="en-US" dirty="0"/>
              <a:t>IMPLEMENTATIONS</a:t>
            </a:r>
            <a:br>
              <a:rPr lang="en-US" dirty="0"/>
            </a:br>
            <a:r>
              <a:rPr lang="en-US" sz="1600" dirty="0"/>
              <a:t>HTML, CSS and </a:t>
            </a:r>
            <a:r>
              <a:rPr lang="en-US" sz="1600" dirty="0" err="1"/>
              <a:t>Javascript</a:t>
            </a:r>
            <a:r>
              <a:rPr lang="en-US" sz="1600" dirty="0"/>
              <a:t> on Visual Studio Code</a:t>
            </a:r>
            <a:r>
              <a:rPr lang="en-US" dirty="0"/>
              <a:t/>
            </a:r>
            <a:br>
              <a:rPr lang="en-US" dirty="0"/>
            </a:br>
            <a:r>
              <a:rPr lang="en-US" b="1" dirty="0"/>
              <a:t> </a:t>
            </a:r>
            <a:r>
              <a:rPr lang="en-US" dirty="0"/>
              <a:t/>
            </a:r>
            <a:br>
              <a:rPr lang="en-US" dirty="0"/>
            </a:br>
            <a:endParaRPr lang="en-US" dirty="0"/>
          </a:p>
        </p:txBody>
      </p:sp>
      <p:sp>
        <p:nvSpPr>
          <p:cNvPr id="3" name="Content Placeholder 2">
            <a:extLst>
              <a:ext uri="{FF2B5EF4-FFF2-40B4-BE49-F238E27FC236}">
                <a16:creationId xmlns:a16="http://schemas.microsoft.com/office/drawing/2014/main" id="{C8234B80-82EA-28A2-1FDA-8CB53D051C30}"/>
              </a:ext>
            </a:extLst>
          </p:cNvPr>
          <p:cNvSpPr>
            <a:spLocks noGrp="1"/>
          </p:cNvSpPr>
          <p:nvPr>
            <p:ph idx="1"/>
          </p:nvPr>
        </p:nvSpPr>
        <p:spPr/>
        <p:txBody>
          <a:bodyPr/>
          <a:lstStyle/>
          <a:p>
            <a:pPr marL="457200" indent="-457200">
              <a:buAutoNum type="alphaUcParenR"/>
            </a:pPr>
            <a:r>
              <a:rPr lang="en-US" dirty="0"/>
              <a:t>KEY FEATURES                                                        B)CODE SNIPPET</a:t>
            </a:r>
          </a:p>
          <a:p>
            <a:pPr lvl="0"/>
            <a:r>
              <a:rPr lang="en-US" dirty="0"/>
              <a:t>Menu </a:t>
            </a:r>
            <a:r>
              <a:rPr lang="en-US" dirty="0" err="1"/>
              <a:t>Categorisation</a:t>
            </a:r>
            <a:r>
              <a:rPr lang="en-US" dirty="0"/>
              <a:t>                                                           </a:t>
            </a:r>
          </a:p>
          <a:p>
            <a:pPr lvl="0"/>
            <a:r>
              <a:rPr lang="en-US" dirty="0"/>
              <a:t>Dynamic Cart Function</a:t>
            </a:r>
          </a:p>
          <a:p>
            <a:pPr lvl="0"/>
            <a:r>
              <a:rPr lang="en-US" dirty="0"/>
              <a:t>Visual Design</a:t>
            </a:r>
          </a:p>
          <a:p>
            <a:pPr lvl="0"/>
            <a:r>
              <a:rPr lang="en-US" dirty="0"/>
              <a:t>Notifications for add to cart</a:t>
            </a:r>
          </a:p>
          <a:p>
            <a:pPr lvl="0"/>
            <a:r>
              <a:rPr lang="en-US" dirty="0"/>
              <a:t>Special Deals</a:t>
            </a:r>
          </a:p>
          <a:p>
            <a:pPr marL="457200" indent="-457200">
              <a:buAutoNum type="alphaUcParenR"/>
            </a:pPr>
            <a:endParaRPr lang="en-US" dirty="0"/>
          </a:p>
          <a:p>
            <a:endParaRPr lang="en-US" dirty="0"/>
          </a:p>
        </p:txBody>
      </p:sp>
      <p:sp>
        <p:nvSpPr>
          <p:cNvPr id="7" name="TextBox 6">
            <a:extLst>
              <a:ext uri="{FF2B5EF4-FFF2-40B4-BE49-F238E27FC236}">
                <a16:creationId xmlns:a16="http://schemas.microsoft.com/office/drawing/2014/main" id="{C044036E-1F37-8BBB-4705-79F2244549C2}"/>
              </a:ext>
            </a:extLst>
          </p:cNvPr>
          <p:cNvSpPr txBox="1"/>
          <p:nvPr/>
        </p:nvSpPr>
        <p:spPr>
          <a:xfrm>
            <a:off x="5948516" y="2511744"/>
            <a:ext cx="6096000" cy="2802627"/>
          </a:xfrm>
          <a:prstGeom prst="rect">
            <a:avLst/>
          </a:prstGeom>
          <a:noFill/>
        </p:spPr>
        <p:txBody>
          <a:bodyPr wrap="square">
            <a:spAutoFit/>
          </a:bodyPr>
          <a:lstStyle/>
          <a:p>
            <a:pPr marR="0" lvl="0">
              <a:lnSpc>
                <a:spcPct val="107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&lt;div class="item"&gt;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&lt;</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img</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src</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="chocolate.jpg" alt="chocolate cake"&gt;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&lt;h3&gt;chocolate Cake&lt;/h3&gt;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&lt;p&gt; Rs.2200&lt;/p&gt;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&lt;button onclick="</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addtocart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('Chocolate Cake',2200)"&gt;Add To Cart&lt;/button&gt;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&lt;/div&gt;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0410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C3E06-A1A8-9474-0F03-E68F4C858CB0}"/>
              </a:ext>
            </a:extLst>
          </p:cNvPr>
          <p:cNvSpPr>
            <a:spLocks noGrp="1"/>
          </p:cNvSpPr>
          <p:nvPr>
            <p:ph type="title"/>
          </p:nvPr>
        </p:nvSpPr>
        <p:spPr/>
        <p:txBody>
          <a:bodyPr/>
          <a:lstStyle/>
          <a:p>
            <a:r>
              <a:rPr lang="en-US"/>
              <a:t>SAMPLE OUTPUTS</a:t>
            </a:r>
            <a:endParaRPr lang="en-US" dirty="0"/>
          </a:p>
        </p:txBody>
      </p:sp>
      <p:pic>
        <p:nvPicPr>
          <p:cNvPr id="5" name="Content Placeholder 4" descr="A screenshot of a food website&#10;&#10;AI-generated content may be incorrect.">
            <a:extLst>
              <a:ext uri="{FF2B5EF4-FFF2-40B4-BE49-F238E27FC236}">
                <a16:creationId xmlns:a16="http://schemas.microsoft.com/office/drawing/2014/main" id="{907C40E1-11C1-C21D-76D0-D56C386DC33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92074" y="855466"/>
            <a:ext cx="4267771" cy="2283924"/>
          </a:xfrm>
        </p:spPr>
      </p:pic>
      <p:pic>
        <p:nvPicPr>
          <p:cNvPr id="7" name="Picture 6" descr="A screenshot of a website&#10;&#10;AI-generated content may be incorrect.">
            <a:extLst>
              <a:ext uri="{FF2B5EF4-FFF2-40B4-BE49-F238E27FC236}">
                <a16:creationId xmlns:a16="http://schemas.microsoft.com/office/drawing/2014/main" id="{BEBCEA88-609D-1E69-9C3B-9C8129ADD5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4407" y="2221992"/>
            <a:ext cx="4032401" cy="3254576"/>
          </a:xfrm>
          <a:prstGeom prst="rect">
            <a:avLst/>
          </a:prstGeom>
        </p:spPr>
      </p:pic>
      <p:pic>
        <p:nvPicPr>
          <p:cNvPr id="9" name="Picture 8" descr="A screenshot of a menu&#10;&#10;AI-generated content may be incorrect.">
            <a:extLst>
              <a:ext uri="{FF2B5EF4-FFF2-40B4-BE49-F238E27FC236}">
                <a16:creationId xmlns:a16="http://schemas.microsoft.com/office/drawing/2014/main" id="{282AE9D8-B338-7D29-0B48-AFEFA1F832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8793" y="3585594"/>
            <a:ext cx="4251052" cy="2358006"/>
          </a:xfrm>
          <a:prstGeom prst="rect">
            <a:avLst/>
          </a:prstGeom>
        </p:spPr>
      </p:pic>
    </p:spTree>
    <p:extLst>
      <p:ext uri="{BB962C8B-B14F-4D97-AF65-F5344CB8AC3E}">
        <p14:creationId xmlns:p14="http://schemas.microsoft.com/office/powerpoint/2010/main" val="1576998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2E4CF4-3AC0-4420-170C-BD8E407ABF1D}"/>
              </a:ext>
            </a:extLst>
          </p:cNvPr>
          <p:cNvSpPr>
            <a:spLocks noGrp="1"/>
          </p:cNvSpPr>
          <p:nvPr>
            <p:ph type="title"/>
          </p:nvPr>
        </p:nvSpPr>
        <p:spPr>
          <a:xfrm>
            <a:off x="704088" y="914400"/>
            <a:ext cx="3914776" cy="3977269"/>
          </a:xfrm>
        </p:spPr>
        <p:txBody>
          <a:bodyPr>
            <a:normAutofit/>
          </a:bodyPr>
          <a:lstStyle/>
          <a:p>
            <a:r>
              <a:rPr lang="en-US" dirty="0"/>
              <a:t>TESTING AND RESULTS</a:t>
            </a:r>
          </a:p>
        </p:txBody>
      </p:sp>
      <p:cxnSp>
        <p:nvCxnSpPr>
          <p:cNvPr id="11"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8CBE231-97DA-514B-F222-14E70EBDCA8A}"/>
              </a:ext>
            </a:extLst>
          </p:cNvPr>
          <p:cNvGraphicFramePr>
            <a:graphicFrameLocks noGrp="1"/>
          </p:cNvGraphicFramePr>
          <p:nvPr>
            <p:ph idx="1"/>
            <p:extLst>
              <p:ext uri="{D42A27DB-BD31-4B8C-83A1-F6EECF244321}">
                <p14:modId xmlns:p14="http://schemas.microsoft.com/office/powerpoint/2010/main" val="1259743044"/>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5469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0EB578-C970-4186-B93C-45851BBC6E3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C059D6-D4CA-9F2D-AD39-61C2ED6919E7}"/>
              </a:ext>
            </a:extLst>
          </p:cNvPr>
          <p:cNvSpPr>
            <a:spLocks noGrp="1"/>
          </p:cNvSpPr>
          <p:nvPr>
            <p:ph type="title"/>
          </p:nvPr>
        </p:nvSpPr>
        <p:spPr>
          <a:xfrm>
            <a:off x="4866968" y="914400"/>
            <a:ext cx="6627924" cy="1307592"/>
          </a:xfrm>
        </p:spPr>
        <p:txBody>
          <a:bodyPr>
            <a:normAutofit/>
          </a:bodyPr>
          <a:lstStyle/>
          <a:p>
            <a:r>
              <a:rPr lang="en-US" dirty="0"/>
              <a:t>CONCLUSION</a:t>
            </a:r>
          </a:p>
        </p:txBody>
      </p:sp>
      <p:pic>
        <p:nvPicPr>
          <p:cNvPr id="5" name="Picture 4" descr="Breads on display">
            <a:extLst>
              <a:ext uri="{FF2B5EF4-FFF2-40B4-BE49-F238E27FC236}">
                <a16:creationId xmlns:a16="http://schemas.microsoft.com/office/drawing/2014/main" id="{B278C96E-535F-7D24-D3B0-9C6A5C74B2D2}"/>
              </a:ext>
            </a:extLst>
          </p:cNvPr>
          <p:cNvPicPr>
            <a:picLocks noChangeAspect="1"/>
          </p:cNvPicPr>
          <p:nvPr/>
        </p:nvPicPr>
        <p:blipFill>
          <a:blip r:embed="rId2"/>
          <a:srcRect l="25708" r="33459" b="2"/>
          <a:stretch>
            <a:fillRect/>
          </a:stretch>
        </p:blipFill>
        <p:spPr>
          <a:xfrm>
            <a:off x="20" y="-17929"/>
            <a:ext cx="4206220" cy="6875929"/>
          </a:xfrm>
          <a:prstGeom prst="rect">
            <a:avLst/>
          </a:prstGeom>
        </p:spPr>
      </p:pic>
      <p:cxnSp>
        <p:nvCxnSpPr>
          <p:cNvPr id="11" name="Straight Connector 10">
            <a:extLst>
              <a:ext uri="{FF2B5EF4-FFF2-40B4-BE49-F238E27FC236}">
                <a16:creationId xmlns:a16="http://schemas.microsoft.com/office/drawing/2014/main" id="{CDF57B02-07BB-407B-BB36-06D9C64A673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7A30149-38F9-2B16-278F-08084F1CE4E0}"/>
              </a:ext>
            </a:extLst>
          </p:cNvPr>
          <p:cNvSpPr>
            <a:spLocks noGrp="1"/>
          </p:cNvSpPr>
          <p:nvPr>
            <p:ph idx="1"/>
          </p:nvPr>
        </p:nvSpPr>
        <p:spPr>
          <a:xfrm>
            <a:off x="4866968" y="2221992"/>
            <a:ext cx="6627924" cy="3739896"/>
          </a:xfrm>
        </p:spPr>
        <p:txBody>
          <a:bodyPr>
            <a:normAutofit/>
          </a:bodyPr>
          <a:lstStyle/>
          <a:p>
            <a:pPr marL="0" lvl="0" indent="0">
              <a:buNone/>
            </a:pPr>
            <a:r>
              <a:rPr lang="en-US" b="1" dirty="0"/>
              <a:t> </a:t>
            </a:r>
            <a:endParaRPr lang="en-US" dirty="0"/>
          </a:p>
          <a:p>
            <a:r>
              <a:rPr lang="en-US" dirty="0"/>
              <a:t>The Online Bakery Ordering System successfully implemented a core e-commerce front-end using HTML, CSS, and JavaScript. It meets the primary objectives of providing a visually appealing and organized menu for customers to browse and select products. The use of modern CSS techniques ensures a good user experience.</a:t>
            </a:r>
          </a:p>
          <a:p>
            <a:pPr marL="0" indent="0">
              <a:buNone/>
            </a:pPr>
            <a:endParaRPr lang="en-US" dirty="0"/>
          </a:p>
          <a:p>
            <a:endParaRPr lang="en-US" dirty="0"/>
          </a:p>
        </p:txBody>
      </p:sp>
      <p:cxnSp>
        <p:nvCxnSpPr>
          <p:cNvPr id="13" name="Straight Connector 12">
            <a:extLst>
              <a:ext uri="{FF2B5EF4-FFF2-40B4-BE49-F238E27FC236}">
                <a16:creationId xmlns:a16="http://schemas.microsoft.com/office/drawing/2014/main" id="{C6855964-C920-48EB-8804-74291211C8A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552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59F1-DE47-7378-6B65-947D2A3C03A5}"/>
              </a:ext>
            </a:extLst>
          </p:cNvPr>
          <p:cNvSpPr>
            <a:spLocks noGrp="1"/>
          </p:cNvSpPr>
          <p:nvPr>
            <p:ph type="title"/>
          </p:nvPr>
        </p:nvSpPr>
        <p:spPr/>
        <p:txBody>
          <a:bodyPr/>
          <a:lstStyle/>
          <a:p>
            <a:r>
              <a:rPr lang="en-US" dirty="0"/>
              <a:t>LIMITATIONS</a:t>
            </a:r>
          </a:p>
        </p:txBody>
      </p:sp>
      <p:graphicFrame>
        <p:nvGraphicFramePr>
          <p:cNvPr id="5" name="Content Placeholder 2">
            <a:extLst>
              <a:ext uri="{FF2B5EF4-FFF2-40B4-BE49-F238E27FC236}">
                <a16:creationId xmlns:a16="http://schemas.microsoft.com/office/drawing/2014/main" id="{FE2F3C7E-B6EF-3F5B-948B-EC5863C8F8E1}"/>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4603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68B2C62-7648-4430-90D5-AE0F252AF1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C55518-0537-7AB7-A559-8350DD169E40}"/>
              </a:ext>
            </a:extLst>
          </p:cNvPr>
          <p:cNvSpPr>
            <a:spLocks noGrp="1"/>
          </p:cNvSpPr>
          <p:nvPr>
            <p:ph type="title"/>
          </p:nvPr>
        </p:nvSpPr>
        <p:spPr>
          <a:xfrm>
            <a:off x="221673" y="914400"/>
            <a:ext cx="4608945" cy="3977269"/>
          </a:xfrm>
        </p:spPr>
        <p:txBody>
          <a:bodyPr>
            <a:normAutofit/>
          </a:bodyPr>
          <a:lstStyle/>
          <a:p>
            <a:r>
              <a:rPr lang="en-US" dirty="0"/>
              <a:t>FUTURE ENHANCEMENTS</a:t>
            </a:r>
          </a:p>
        </p:txBody>
      </p:sp>
      <p:cxnSp>
        <p:nvCxnSpPr>
          <p:cNvPr id="16" name="Straight Connector 15">
            <a:extLst>
              <a:ext uri="{FF2B5EF4-FFF2-40B4-BE49-F238E27FC236}">
                <a16:creationId xmlns:a16="http://schemas.microsoft.com/office/drawing/2014/main" id="{4BFD5B9F-5FB6-467D-83D5-DF82F190735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2">
            <a:extLst>
              <a:ext uri="{FF2B5EF4-FFF2-40B4-BE49-F238E27FC236}">
                <a16:creationId xmlns:a16="http://schemas.microsoft.com/office/drawing/2014/main" id="{C302417F-101B-7309-F3F9-BC21D3170F11}"/>
              </a:ext>
            </a:extLst>
          </p:cNvPr>
          <p:cNvGraphicFramePr>
            <a:graphicFrameLocks noGrp="1"/>
          </p:cNvGraphicFramePr>
          <p:nvPr>
            <p:ph idx="1"/>
            <p:extLst>
              <p:ext uri="{D42A27DB-BD31-4B8C-83A1-F6EECF244321}">
                <p14:modId xmlns:p14="http://schemas.microsoft.com/office/powerpoint/2010/main" val="4166388278"/>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2414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D4EDB7-8940-587F-B43B-5CA3B45696B9}"/>
              </a:ext>
            </a:extLst>
          </p:cNvPr>
          <p:cNvSpPr>
            <a:spLocks noGrp="1"/>
          </p:cNvSpPr>
          <p:nvPr>
            <p:ph type="title"/>
          </p:nvPr>
        </p:nvSpPr>
        <p:spPr>
          <a:xfrm>
            <a:off x="700087" y="909638"/>
            <a:ext cx="10691813" cy="1155618"/>
          </a:xfrm>
        </p:spPr>
        <p:txBody>
          <a:bodyPr>
            <a:normAutofit/>
          </a:bodyPr>
          <a:lstStyle/>
          <a:p>
            <a:r>
              <a:rPr lang="en-US" dirty="0"/>
              <a:t>REFERENCES</a:t>
            </a:r>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1B99841-EFDC-AAFF-6E88-EAF34363AF6C}"/>
              </a:ext>
            </a:extLst>
          </p:cNvPr>
          <p:cNvGraphicFramePr>
            <a:graphicFrameLocks noGrp="1"/>
          </p:cNvGraphicFramePr>
          <p:nvPr>
            <p:ph idx="1"/>
            <p:extLst>
              <p:ext uri="{D42A27DB-BD31-4B8C-83A1-F6EECF244321}">
                <p14:modId xmlns:p14="http://schemas.microsoft.com/office/powerpoint/2010/main" val="3664697243"/>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73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9703F0-F294-B2B6-4F7D-878B930A91E7}"/>
              </a:ext>
            </a:extLst>
          </p:cNvPr>
          <p:cNvSpPr>
            <a:spLocks noGrp="1"/>
          </p:cNvSpPr>
          <p:nvPr>
            <p:ph idx="1"/>
          </p:nvPr>
        </p:nvSpPr>
        <p:spPr/>
        <p:txBody>
          <a:bodyPr/>
          <a:lstStyle/>
          <a:p>
            <a:pPr marL="0" indent="0" algn="ctr">
              <a:buNone/>
            </a:pPr>
            <a:endParaRPr lang="en-US"/>
          </a:p>
          <a:p>
            <a:pPr marL="0" indent="0" algn="ctr">
              <a:buNone/>
            </a:pPr>
            <a:endParaRPr lang="en-US"/>
          </a:p>
          <a:p>
            <a:pPr marL="0" indent="0" algn="ctr">
              <a:buNone/>
            </a:pPr>
            <a:r>
              <a:rPr lang="en-US" sz="2800" b="1"/>
              <a:t>THANKYOU!</a:t>
            </a:r>
            <a:endParaRPr lang="en-US" sz="2800" b="1" dirty="0"/>
          </a:p>
        </p:txBody>
      </p:sp>
    </p:spTree>
    <p:extLst>
      <p:ext uri="{BB962C8B-B14F-4D97-AF65-F5344CB8AC3E}">
        <p14:creationId xmlns:p14="http://schemas.microsoft.com/office/powerpoint/2010/main" val="1219928059"/>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526</Words>
  <Application>Microsoft Office PowerPoint</Application>
  <PresentationFormat>Widescreen</PresentationFormat>
  <Paragraphs>68</Paragraphs>
  <Slides>12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Calisto MT</vt:lpstr>
      <vt:lpstr>Times New Roman</vt:lpstr>
      <vt:lpstr>Univers Condensed</vt:lpstr>
      <vt:lpstr>ChronicleVTI</vt:lpstr>
      <vt:lpstr>ICT Final Project FAST – NUCES CS – Fall 2025 30th Nov 2025   Submitted By: Bushra Saeed | 25K-0669 Manaal Mehtab | 25K-0960 Muhammad Zohaan | 25K-0726    Submitted To: Sir Osama Tahir     Project Title: Bakery Ordering System – BMZ Bites     </vt:lpstr>
      <vt:lpstr>introduction</vt:lpstr>
      <vt:lpstr>OBJECTIVES</vt:lpstr>
      <vt:lpstr>SYSTEM DESIGN</vt:lpstr>
      <vt:lpstr>IMPLEMENTATIONS HTML, CSS and Javascript on Visual Studio Code   </vt:lpstr>
      <vt:lpstr>SAMPLE OUTPUTS</vt:lpstr>
      <vt:lpstr>TESTING AND RESULTS</vt:lpstr>
      <vt:lpstr>CONCLUSION</vt:lpstr>
      <vt:lpstr>LIMITATIONS</vt:lpstr>
      <vt:lpstr>FUTURE ENHANCEMENTS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Final Project FAST – NUCES CS – Fall 2025 30th Nov 2025   Submitted By: Bushra Saeed | 25K-0669 Manaal Mehtab | 25K-0960 Muhammad Zohaan | 25K-0726    Submitted To: Sir Osama Tahir     Project Title: Bakery Ordering System – BMZ Bites     </dc:title>
  <dc:creator>Lenovo</dc:creator>
  <cp:lastModifiedBy>user</cp:lastModifiedBy>
  <cp:revision>2</cp:revision>
  <dcterms:created xsi:type="dcterms:W3CDTF">2025-12-01T13:22:51Z</dcterms:created>
  <dcterms:modified xsi:type="dcterms:W3CDTF">2025-12-02T03:59:06Z</dcterms:modified>
</cp:coreProperties>
</file>